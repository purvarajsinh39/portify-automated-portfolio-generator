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8"/>
  </p:notesMasterIdLst>
  <p:sldIdLst>
    <p:sldId id="256" r:id="rId2"/>
    <p:sldId id="262" r:id="rId3"/>
    <p:sldId id="303" r:id="rId4"/>
    <p:sldId id="289" r:id="rId5"/>
    <p:sldId id="265" r:id="rId6"/>
    <p:sldId id="288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300" r:id="rId16"/>
    <p:sldId id="298" r:id="rId17"/>
    <p:sldId id="299" r:id="rId18"/>
    <p:sldId id="301" r:id="rId19"/>
    <p:sldId id="258" r:id="rId20"/>
    <p:sldId id="314" r:id="rId21"/>
    <p:sldId id="317" r:id="rId22"/>
    <p:sldId id="318" r:id="rId23"/>
    <p:sldId id="319" r:id="rId24"/>
    <p:sldId id="315" r:id="rId25"/>
    <p:sldId id="316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02" r:id="rId37"/>
  </p:sldIdLst>
  <p:sldSz cx="9144000" cy="5143500" type="screen16x9"/>
  <p:notesSz cx="6858000" cy="9144000"/>
  <p:embeddedFontLst>
    <p:embeddedFont>
      <p:font typeface="Glitten" pitchFamily="50" charset="0"/>
      <p:regular r:id="rId39"/>
    </p:embeddedFont>
    <p:embeddedFont>
      <p:font typeface="Inter Tight" panose="020B0604020202020204" charset="0"/>
      <p:regular r:id="rId40"/>
      <p:bold r:id="rId41"/>
      <p:italic r:id="rId42"/>
      <p:boldItalic r:id="rId43"/>
    </p:embeddedFont>
    <p:embeddedFont>
      <p:font typeface="Inter Tight Light" panose="020B0604020202020204" charset="0"/>
      <p:regular r:id="rId44"/>
      <p:bold r:id="rId45"/>
      <p:italic r:id="rId46"/>
      <p:boldItalic r:id="rId47"/>
    </p:embeddedFont>
    <p:embeddedFont>
      <p:font typeface="Inter Tight Medium" panose="020B0604020202020204" charset="0"/>
      <p:regular r:id="rId48"/>
      <p:bold r:id="rId49"/>
      <p:italic r:id="rId50"/>
      <p:boldItalic r:id="rId51"/>
    </p:embeddedFont>
    <p:embeddedFont>
      <p:font typeface="Lora" pitchFamily="2" charset="0"/>
      <p:regular r:id="rId52"/>
      <p:bold r:id="rId53"/>
      <p:italic r:id="rId54"/>
      <p:boldItalic r:id="rId55"/>
    </p:embeddedFont>
    <p:embeddedFont>
      <p:font typeface="Qurova DEMO Med" pitchFamily="50" charset="0"/>
      <p:regular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B7D"/>
    <a:srgbClr val="A8D08D"/>
    <a:srgbClr val="05050F"/>
    <a:srgbClr val="FF6600"/>
    <a:srgbClr val="140FB4"/>
    <a:srgbClr val="0D1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95112B-359D-4307-BB43-7D9A8EF1CCF3}">
  <a:tblStyle styleId="{9F95112B-359D-4307-BB43-7D9A8EF1CC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varajsinh vaghela" userId="b6da04b23e00f57b" providerId="LiveId" clId="{A46A47C0-16F1-45C7-AB9F-9546371DA436}"/>
    <pc:docChg chg="undo redo custSel addSld delSld modSld sldOrd delMainMaster">
      <pc:chgData name="purvarajsinh vaghela" userId="b6da04b23e00f57b" providerId="LiveId" clId="{A46A47C0-16F1-45C7-AB9F-9546371DA436}" dt="2026-02-05T03:13:41.404" v="1733" actId="2165"/>
      <pc:docMkLst>
        <pc:docMk/>
      </pc:docMkLst>
      <pc:sldChg chg="addSp delSp modSp mod">
        <pc:chgData name="purvarajsinh vaghela" userId="b6da04b23e00f57b" providerId="LiveId" clId="{A46A47C0-16F1-45C7-AB9F-9546371DA436}" dt="2026-01-10T10:14:45.717" v="1475" actId="1076"/>
        <pc:sldMkLst>
          <pc:docMk/>
          <pc:sldMk cId="0" sldId="256"/>
        </pc:sldMkLst>
        <pc:spChg chg="add mod">
          <ac:chgData name="purvarajsinh vaghela" userId="b6da04b23e00f57b" providerId="LiveId" clId="{A46A47C0-16F1-45C7-AB9F-9546371DA436}" dt="2026-01-10T08:13:03.670" v="280" actId="14100"/>
          <ac:spMkLst>
            <pc:docMk/>
            <pc:sldMk cId="0" sldId="256"/>
            <ac:spMk id="3" creationId="{D0571B66-19CB-0C0B-7DAC-A459583171E3}"/>
          </ac:spMkLst>
        </pc:spChg>
        <pc:spChg chg="mod">
          <ac:chgData name="purvarajsinh vaghela" userId="b6da04b23e00f57b" providerId="LiveId" clId="{A46A47C0-16F1-45C7-AB9F-9546371DA436}" dt="2026-01-10T10:14:45.717" v="1475" actId="1076"/>
          <ac:spMkLst>
            <pc:docMk/>
            <pc:sldMk cId="0" sldId="256"/>
            <ac:spMk id="155" creationId="{00000000-0000-0000-0000-000000000000}"/>
          </ac:spMkLst>
        </pc:spChg>
        <pc:spChg chg="mod">
          <ac:chgData name="purvarajsinh vaghela" userId="b6da04b23e00f57b" providerId="LiveId" clId="{A46A47C0-16F1-45C7-AB9F-9546371DA436}" dt="2026-01-08T08:23:31.085" v="37" actId="1076"/>
          <ac:spMkLst>
            <pc:docMk/>
            <pc:sldMk cId="0" sldId="256"/>
            <ac:spMk id="156" creationId="{00000000-0000-0000-0000-000000000000}"/>
          </ac:spMkLst>
        </pc:spChg>
      </pc:sldChg>
      <pc:sldChg chg="addSp delSp modSp mod ord">
        <pc:chgData name="purvarajsinh vaghela" userId="b6da04b23e00f57b" providerId="LiveId" clId="{A46A47C0-16F1-45C7-AB9F-9546371DA436}" dt="2026-01-10T10:51:18.281" v="1663" actId="14100"/>
        <pc:sldMkLst>
          <pc:docMk/>
          <pc:sldMk cId="0" sldId="258"/>
        </pc:sldMkLst>
        <pc:spChg chg="add mod">
          <ac:chgData name="purvarajsinh vaghela" userId="b6da04b23e00f57b" providerId="LiveId" clId="{A46A47C0-16F1-45C7-AB9F-9546371DA436}" dt="2026-01-10T10:42:03.957" v="1625" actId="1076"/>
          <ac:spMkLst>
            <pc:docMk/>
            <pc:sldMk cId="0" sldId="258"/>
            <ac:spMk id="36" creationId="{E835AC0F-D310-1ECE-E152-63E54B735E0B}"/>
          </ac:spMkLst>
        </pc:spChg>
        <pc:picChg chg="add mod">
          <ac:chgData name="purvarajsinh vaghela" userId="b6da04b23e00f57b" providerId="LiveId" clId="{A46A47C0-16F1-45C7-AB9F-9546371DA436}" dt="2026-01-10T10:51:18.281" v="1663" actId="14100"/>
          <ac:picMkLst>
            <pc:docMk/>
            <pc:sldMk cId="0" sldId="258"/>
            <ac:picMk id="46" creationId="{FB3B1136-1DF7-2A60-C581-1B33E48C52ED}"/>
          </ac:picMkLst>
        </pc:picChg>
      </pc:sldChg>
      <pc:sldChg chg="addSp delSp modSp mod ord modClrScheme chgLayout modNotes">
        <pc:chgData name="purvarajsinh vaghela" userId="b6da04b23e00f57b" providerId="LiveId" clId="{A46A47C0-16F1-45C7-AB9F-9546371DA436}" dt="2026-01-10T09:44:45.700" v="1203" actId="1076"/>
        <pc:sldMkLst>
          <pc:docMk/>
          <pc:sldMk cId="0" sldId="262"/>
        </pc:sldMkLst>
        <pc:spChg chg="add mod">
          <ac:chgData name="purvarajsinh vaghela" userId="b6da04b23e00f57b" providerId="LiveId" clId="{A46A47C0-16F1-45C7-AB9F-9546371DA436}" dt="2026-01-10T09:44:45.700" v="1203" actId="1076"/>
          <ac:spMkLst>
            <pc:docMk/>
            <pc:sldMk cId="0" sldId="262"/>
            <ac:spMk id="19" creationId="{DD58A3BA-E046-0E3E-C017-C7C0D752F00E}"/>
          </ac:spMkLst>
        </pc:spChg>
        <pc:graphicFrameChg chg="add mod modGraphic">
          <ac:chgData name="purvarajsinh vaghela" userId="b6da04b23e00f57b" providerId="LiveId" clId="{A46A47C0-16F1-45C7-AB9F-9546371DA436}" dt="2026-01-10T09:43:52.994" v="1202" actId="13240"/>
          <ac:graphicFrameMkLst>
            <pc:docMk/>
            <pc:sldMk cId="0" sldId="262"/>
            <ac:graphicFrameMk id="20" creationId="{48D4DF54-EDBF-08CF-1990-E9FECBE22E3F}"/>
          </ac:graphicFrameMkLst>
        </pc:graphicFrameChg>
      </pc:sldChg>
      <pc:sldChg chg="addSp delSp modSp mod ord">
        <pc:chgData name="purvarajsinh vaghela" userId="b6da04b23e00f57b" providerId="LiveId" clId="{A46A47C0-16F1-45C7-AB9F-9546371DA436}" dt="2026-01-10T10:28:59.462" v="1538" actId="1076"/>
        <pc:sldMkLst>
          <pc:docMk/>
          <pc:sldMk cId="0" sldId="265"/>
        </pc:sldMkLst>
        <pc:spChg chg="add mod">
          <ac:chgData name="purvarajsinh vaghela" userId="b6da04b23e00f57b" providerId="LiveId" clId="{A46A47C0-16F1-45C7-AB9F-9546371DA436}" dt="2026-01-10T10:28:59.462" v="1538" actId="1076"/>
          <ac:spMkLst>
            <pc:docMk/>
            <pc:sldMk cId="0" sldId="265"/>
            <ac:spMk id="12" creationId="{223F8857-7EDA-C519-13AF-5667D9A8FA4A}"/>
          </ac:spMkLst>
        </pc:spChg>
      </pc:sldChg>
      <pc:sldChg chg="addSp delSp modSp add mod">
        <pc:chgData name="purvarajsinh vaghela" userId="b6da04b23e00f57b" providerId="LiveId" clId="{A46A47C0-16F1-45C7-AB9F-9546371DA436}" dt="2026-01-12T04:17:56.767" v="1730"/>
        <pc:sldMkLst>
          <pc:docMk/>
          <pc:sldMk cId="11376192" sldId="288"/>
        </pc:sldMkLst>
        <pc:spChg chg="add mod">
          <ac:chgData name="purvarajsinh vaghela" userId="b6da04b23e00f57b" providerId="LiveId" clId="{A46A47C0-16F1-45C7-AB9F-9546371DA436}" dt="2026-01-12T04:17:56.767" v="1730"/>
          <ac:spMkLst>
            <pc:docMk/>
            <pc:sldMk cId="11376192" sldId="288"/>
            <ac:spMk id="20" creationId="{E0A7391C-CC1F-82A3-5781-3AC9A9906022}"/>
          </ac:spMkLst>
        </pc:spChg>
        <pc:spChg chg="mod">
          <ac:chgData name="purvarajsinh vaghela" userId="b6da04b23e00f57b" providerId="LiveId" clId="{A46A47C0-16F1-45C7-AB9F-9546371DA436}" dt="2026-01-10T08:28:16.667" v="458" actId="14100"/>
          <ac:spMkLst>
            <pc:docMk/>
            <pc:sldMk cId="11376192" sldId="288"/>
            <ac:spMk id="253" creationId="{502123C3-5CAE-CA0E-76F1-315405D1A2E1}"/>
          </ac:spMkLst>
        </pc:spChg>
      </pc:sldChg>
      <pc:sldChg chg="addSp delSp modSp add mod">
        <pc:chgData name="purvarajsinh vaghela" userId="b6da04b23e00f57b" providerId="LiveId" clId="{A46A47C0-16F1-45C7-AB9F-9546371DA436}" dt="2026-02-05T03:13:41.404" v="1733" actId="2165"/>
        <pc:sldMkLst>
          <pc:docMk/>
          <pc:sldMk cId="1751651726" sldId="289"/>
        </pc:sldMkLst>
        <pc:spChg chg="mod">
          <ac:chgData name="purvarajsinh vaghela" userId="b6da04b23e00f57b" providerId="LiveId" clId="{A46A47C0-16F1-45C7-AB9F-9546371DA436}" dt="2026-01-10T08:20:40.414" v="303" actId="14100"/>
          <ac:spMkLst>
            <pc:docMk/>
            <pc:sldMk cId="1751651726" sldId="289"/>
            <ac:spMk id="19" creationId="{DAC756D1-D0E3-79E8-C2AE-BA6B4704B673}"/>
          </ac:spMkLst>
        </pc:spChg>
        <pc:graphicFrameChg chg="add mod modGraphic">
          <ac:chgData name="purvarajsinh vaghela" userId="b6da04b23e00f57b" providerId="LiveId" clId="{A46A47C0-16F1-45C7-AB9F-9546371DA436}" dt="2026-02-05T03:13:41.404" v="1733" actId="2165"/>
          <ac:graphicFrameMkLst>
            <pc:docMk/>
            <pc:sldMk cId="1751651726" sldId="289"/>
            <ac:graphicFrameMk id="2" creationId="{1DCC7FF9-58B0-B87B-0943-75BC54970F3B}"/>
          </ac:graphicFrameMkLst>
        </pc:graphicFrameChg>
      </pc:sldChg>
      <pc:sldChg chg="addSp delSp modSp add mod">
        <pc:chgData name="purvarajsinh vaghela" userId="b6da04b23e00f57b" providerId="LiveId" clId="{A46A47C0-16F1-45C7-AB9F-9546371DA436}" dt="2026-01-10T09:02:22.022" v="889" actId="1076"/>
        <pc:sldMkLst>
          <pc:docMk/>
          <pc:sldMk cId="837680389" sldId="290"/>
        </pc:sldMkLst>
        <pc:spChg chg="add mod">
          <ac:chgData name="purvarajsinh vaghela" userId="b6da04b23e00f57b" providerId="LiveId" clId="{A46A47C0-16F1-45C7-AB9F-9546371DA436}" dt="2026-01-10T09:02:22.022" v="889" actId="1076"/>
          <ac:spMkLst>
            <pc:docMk/>
            <pc:sldMk cId="837680389" sldId="290"/>
            <ac:spMk id="26" creationId="{FB09EAE4-B132-0AB6-5733-A5DD3710AF1A}"/>
          </ac:spMkLst>
        </pc:spChg>
        <pc:spChg chg="add mod">
          <ac:chgData name="purvarajsinh vaghela" userId="b6da04b23e00f57b" providerId="LiveId" clId="{A46A47C0-16F1-45C7-AB9F-9546371DA436}" dt="2026-01-10T09:02:12.593" v="886" actId="14100"/>
          <ac:spMkLst>
            <pc:docMk/>
            <pc:sldMk cId="837680389" sldId="290"/>
            <ac:spMk id="275" creationId="{00000000-0000-0000-0000-000000000000}"/>
          </ac:spMkLst>
        </pc:spChg>
      </pc:sldChg>
      <pc:sldChg chg="addSp modSp add mod">
        <pc:chgData name="purvarajsinh vaghela" userId="b6da04b23e00f57b" providerId="LiveId" clId="{A46A47C0-16F1-45C7-AB9F-9546371DA436}" dt="2026-01-10T09:08:14.610" v="952" actId="1076"/>
        <pc:sldMkLst>
          <pc:docMk/>
          <pc:sldMk cId="2378806993" sldId="291"/>
        </pc:sldMkLst>
        <pc:spChg chg="add mod">
          <ac:chgData name="purvarajsinh vaghela" userId="b6da04b23e00f57b" providerId="LiveId" clId="{A46A47C0-16F1-45C7-AB9F-9546371DA436}" dt="2026-01-10T09:08:02.170" v="951" actId="1076"/>
          <ac:spMkLst>
            <pc:docMk/>
            <pc:sldMk cId="2378806993" sldId="291"/>
            <ac:spMk id="2" creationId="{08C8664C-CA1B-26C1-307A-00ECC9B9C860}"/>
          </ac:spMkLst>
        </pc:spChg>
        <pc:spChg chg="mod">
          <ac:chgData name="purvarajsinh vaghela" userId="b6da04b23e00f57b" providerId="LiveId" clId="{A46A47C0-16F1-45C7-AB9F-9546371DA436}" dt="2026-01-10T09:08:14.610" v="952" actId="1076"/>
          <ac:spMkLst>
            <pc:docMk/>
            <pc:sldMk cId="2378806993" sldId="291"/>
            <ac:spMk id="26" creationId="{960680AD-C316-E6F0-ADD8-17A1077407A7}"/>
          </ac:spMkLst>
        </pc:spChg>
        <pc:spChg chg="mod">
          <ac:chgData name="purvarajsinh vaghela" userId="b6da04b23e00f57b" providerId="LiveId" clId="{A46A47C0-16F1-45C7-AB9F-9546371DA436}" dt="2026-01-10T09:04:53.975" v="895" actId="14100"/>
          <ac:spMkLst>
            <pc:docMk/>
            <pc:sldMk cId="2378806993" sldId="291"/>
            <ac:spMk id="275" creationId="{F0017226-30BA-1EA4-2EC7-4CF3BB215587}"/>
          </ac:spMkLst>
        </pc:spChg>
      </pc:sldChg>
      <pc:sldChg chg="delSp modSp add mod">
        <pc:chgData name="purvarajsinh vaghela" userId="b6da04b23e00f57b" providerId="LiveId" clId="{A46A47C0-16F1-45C7-AB9F-9546371DA436}" dt="2026-01-10T09:10:56.253" v="977" actId="1076"/>
        <pc:sldMkLst>
          <pc:docMk/>
          <pc:sldMk cId="2052379114" sldId="292"/>
        </pc:sldMkLst>
        <pc:spChg chg="mod">
          <ac:chgData name="purvarajsinh vaghela" userId="b6da04b23e00f57b" providerId="LiveId" clId="{A46A47C0-16F1-45C7-AB9F-9546371DA436}" dt="2026-01-10T09:10:53.866" v="976" actId="1076"/>
          <ac:spMkLst>
            <pc:docMk/>
            <pc:sldMk cId="2052379114" sldId="292"/>
            <ac:spMk id="26" creationId="{5D42553F-89CF-35AD-CBA5-4CB79727855F}"/>
          </ac:spMkLst>
        </pc:spChg>
        <pc:spChg chg="mod">
          <ac:chgData name="purvarajsinh vaghela" userId="b6da04b23e00f57b" providerId="LiveId" clId="{A46A47C0-16F1-45C7-AB9F-9546371DA436}" dt="2026-01-10T09:10:56.253" v="977" actId="1076"/>
          <ac:spMkLst>
            <pc:docMk/>
            <pc:sldMk cId="2052379114" sldId="292"/>
            <ac:spMk id="275" creationId="{DD248241-8B6A-04E6-B7F1-5DD6F56BC6E6}"/>
          </ac:spMkLst>
        </pc:spChg>
      </pc:sldChg>
      <pc:sldChg chg="addSp modSp add mod">
        <pc:chgData name="purvarajsinh vaghela" userId="b6da04b23e00f57b" providerId="LiveId" clId="{A46A47C0-16F1-45C7-AB9F-9546371DA436}" dt="2026-01-10T09:16:07.464" v="1033" actId="1076"/>
        <pc:sldMkLst>
          <pc:docMk/>
          <pc:sldMk cId="2862669575" sldId="293"/>
        </pc:sldMkLst>
        <pc:spChg chg="add mod">
          <ac:chgData name="purvarajsinh vaghela" userId="b6da04b23e00f57b" providerId="LiveId" clId="{A46A47C0-16F1-45C7-AB9F-9546371DA436}" dt="2026-01-10T09:16:07.464" v="1033" actId="1076"/>
          <ac:spMkLst>
            <pc:docMk/>
            <pc:sldMk cId="2862669575" sldId="293"/>
            <ac:spMk id="2" creationId="{7C70B7C4-4610-4C6F-5881-15D1E62B8E99}"/>
          </ac:spMkLst>
        </pc:spChg>
        <pc:spChg chg="mod">
          <ac:chgData name="purvarajsinh vaghela" userId="b6da04b23e00f57b" providerId="LiveId" clId="{A46A47C0-16F1-45C7-AB9F-9546371DA436}" dt="2026-01-10T09:16:07.464" v="1033" actId="1076"/>
          <ac:spMkLst>
            <pc:docMk/>
            <pc:sldMk cId="2862669575" sldId="293"/>
            <ac:spMk id="26" creationId="{DEFA178E-714A-7B37-33D2-E7B989C3E087}"/>
          </ac:spMkLst>
        </pc:spChg>
        <pc:spChg chg="mod">
          <ac:chgData name="purvarajsinh vaghela" userId="b6da04b23e00f57b" providerId="LiveId" clId="{A46A47C0-16F1-45C7-AB9F-9546371DA436}" dt="2026-01-10T09:15:57.855" v="1032" actId="1076"/>
          <ac:spMkLst>
            <pc:docMk/>
            <pc:sldMk cId="2862669575" sldId="293"/>
            <ac:spMk id="275" creationId="{11A70F6C-AEE3-41F7-EDD5-D6B4D39F0971}"/>
          </ac:spMkLst>
        </pc:spChg>
      </pc:sldChg>
      <pc:sldChg chg="addSp delSp modSp add mod">
        <pc:chgData name="purvarajsinh vaghela" userId="b6da04b23e00f57b" providerId="LiveId" clId="{A46A47C0-16F1-45C7-AB9F-9546371DA436}" dt="2026-01-10T09:26:16.759" v="1135" actId="164"/>
        <pc:sldMkLst>
          <pc:docMk/>
          <pc:sldMk cId="1327455540" sldId="294"/>
        </pc:sldMkLst>
        <pc:spChg chg="add mod">
          <ac:chgData name="purvarajsinh vaghela" userId="b6da04b23e00f57b" providerId="LiveId" clId="{A46A47C0-16F1-45C7-AB9F-9546371DA436}" dt="2026-01-10T09:26:16.759" v="1135" actId="164"/>
          <ac:spMkLst>
            <pc:docMk/>
            <pc:sldMk cId="1327455540" sldId="294"/>
            <ac:spMk id="3" creationId="{9D650F81-44D1-68A9-0D74-8E968553D455}"/>
          </ac:spMkLst>
        </pc:spChg>
        <pc:spChg chg="add mod">
          <ac:chgData name="purvarajsinh vaghela" userId="b6da04b23e00f57b" providerId="LiveId" clId="{A46A47C0-16F1-45C7-AB9F-9546371DA436}" dt="2026-01-10T09:26:16.759" v="1135" actId="164"/>
          <ac:spMkLst>
            <pc:docMk/>
            <pc:sldMk cId="1327455540" sldId="294"/>
            <ac:spMk id="5" creationId="{64392F1B-B07E-7F5C-6AED-73238D067076}"/>
          </ac:spMkLst>
        </pc:spChg>
        <pc:spChg chg="mod">
          <ac:chgData name="purvarajsinh vaghela" userId="b6da04b23e00f57b" providerId="LiveId" clId="{A46A47C0-16F1-45C7-AB9F-9546371DA436}" dt="2026-01-10T09:23:51.775" v="1107" actId="1076"/>
          <ac:spMkLst>
            <pc:docMk/>
            <pc:sldMk cId="1327455540" sldId="294"/>
            <ac:spMk id="275" creationId="{6C2C3933-C2DD-6177-2787-A5769364219B}"/>
          </ac:spMkLst>
        </pc:spChg>
        <pc:grpChg chg="add mod">
          <ac:chgData name="purvarajsinh vaghela" userId="b6da04b23e00f57b" providerId="LiveId" clId="{A46A47C0-16F1-45C7-AB9F-9546371DA436}" dt="2026-01-10T09:26:16.759" v="1135" actId="164"/>
          <ac:grpSpMkLst>
            <pc:docMk/>
            <pc:sldMk cId="1327455540" sldId="294"/>
            <ac:grpSpMk id="6" creationId="{37F3BACB-580C-6230-87CE-FDDCCD2AE420}"/>
          </ac:grpSpMkLst>
        </pc:grpChg>
      </pc:sldChg>
      <pc:sldChg chg="addSp delSp modSp add mod">
        <pc:chgData name="purvarajsinh vaghela" userId="b6da04b23e00f57b" providerId="LiveId" clId="{A46A47C0-16F1-45C7-AB9F-9546371DA436}" dt="2026-01-12T04:17:42.149" v="1715" actId="20577"/>
        <pc:sldMkLst>
          <pc:docMk/>
          <pc:sldMk cId="3765955913" sldId="295"/>
        </pc:sldMkLst>
        <pc:spChg chg="add mod">
          <ac:chgData name="purvarajsinh vaghela" userId="b6da04b23e00f57b" providerId="LiveId" clId="{A46A47C0-16F1-45C7-AB9F-9546371DA436}" dt="2026-01-10T09:41:07.885" v="1197" actId="207"/>
          <ac:spMkLst>
            <pc:docMk/>
            <pc:sldMk cId="3765955913" sldId="295"/>
            <ac:spMk id="3" creationId="{217D1CFF-29FC-40E2-7C2A-2B39F5CD189E}"/>
          </ac:spMkLst>
        </pc:spChg>
        <pc:spChg chg="add mod">
          <ac:chgData name="purvarajsinh vaghela" userId="b6da04b23e00f57b" providerId="LiveId" clId="{A46A47C0-16F1-45C7-AB9F-9546371DA436}" dt="2026-01-12T04:17:42.149" v="1715" actId="20577"/>
          <ac:spMkLst>
            <pc:docMk/>
            <pc:sldMk cId="3765955913" sldId="295"/>
            <ac:spMk id="4" creationId="{D13F7F84-6036-CD7B-E80C-7AC353632890}"/>
          </ac:spMkLst>
        </pc:spChg>
        <pc:spChg chg="mod">
          <ac:chgData name="purvarajsinh vaghela" userId="b6da04b23e00f57b" providerId="LiveId" clId="{A46A47C0-16F1-45C7-AB9F-9546371DA436}" dt="2026-01-10T09:36:23.146" v="1149" actId="255"/>
          <ac:spMkLst>
            <pc:docMk/>
            <pc:sldMk cId="3765955913" sldId="295"/>
            <ac:spMk id="19" creationId="{E9F05FE4-A644-F6BE-EBF6-C8179DBDCE36}"/>
          </ac:spMkLst>
        </pc:spChg>
      </pc:sldChg>
      <pc:sldChg chg="addSp delSp modSp add mod">
        <pc:chgData name="purvarajsinh vaghela" userId="b6da04b23e00f57b" providerId="LiveId" clId="{A46A47C0-16F1-45C7-AB9F-9546371DA436}" dt="2026-01-10T09:48:49.208" v="1253" actId="1076"/>
        <pc:sldMkLst>
          <pc:docMk/>
          <pc:sldMk cId="3539911882" sldId="296"/>
        </pc:sldMkLst>
        <pc:spChg chg="mod">
          <ac:chgData name="purvarajsinh vaghela" userId="b6da04b23e00f57b" providerId="LiveId" clId="{A46A47C0-16F1-45C7-AB9F-9546371DA436}" dt="2026-01-10T09:48:49.208" v="1253" actId="1076"/>
          <ac:spMkLst>
            <pc:docMk/>
            <pc:sldMk cId="3539911882" sldId="296"/>
            <ac:spMk id="4" creationId="{B6CC8379-9DD1-898E-22C4-A9FA7666F664}"/>
          </ac:spMkLst>
        </pc:spChg>
        <pc:spChg chg="mod">
          <ac:chgData name="purvarajsinh vaghela" userId="b6da04b23e00f57b" providerId="LiveId" clId="{A46A47C0-16F1-45C7-AB9F-9546371DA436}" dt="2026-01-10T09:45:41.031" v="1208" actId="2711"/>
          <ac:spMkLst>
            <pc:docMk/>
            <pc:sldMk cId="3539911882" sldId="296"/>
            <ac:spMk id="19" creationId="{260ADA87-6029-AB28-B47D-3EB884595751}"/>
          </ac:spMkLst>
        </pc:spChg>
      </pc:sldChg>
      <pc:sldChg chg="addSp delSp modSp add mod">
        <pc:chgData name="purvarajsinh vaghela" userId="b6da04b23e00f57b" providerId="LiveId" clId="{A46A47C0-16F1-45C7-AB9F-9546371DA436}" dt="2026-01-10T09:57:58.777" v="1325" actId="1076"/>
        <pc:sldMkLst>
          <pc:docMk/>
          <pc:sldMk cId="2580823971" sldId="297"/>
        </pc:sldMkLst>
        <pc:spChg chg="add mod">
          <ac:chgData name="purvarajsinh vaghela" userId="b6da04b23e00f57b" providerId="LiveId" clId="{A46A47C0-16F1-45C7-AB9F-9546371DA436}" dt="2026-01-10T09:56:46.418" v="1324" actId="1076"/>
          <ac:spMkLst>
            <pc:docMk/>
            <pc:sldMk cId="2580823971" sldId="297"/>
            <ac:spMk id="2" creationId="{D495F9FA-393F-E6D8-ED77-9CA81E72444F}"/>
          </ac:spMkLst>
        </pc:spChg>
        <pc:spChg chg="add mod">
          <ac:chgData name="purvarajsinh vaghela" userId="b6da04b23e00f57b" providerId="LiveId" clId="{A46A47C0-16F1-45C7-AB9F-9546371DA436}" dt="2026-01-10T09:56:46.418" v="1324" actId="1076"/>
          <ac:spMkLst>
            <pc:docMk/>
            <pc:sldMk cId="2580823971" sldId="297"/>
            <ac:spMk id="3" creationId="{BE058BD4-524D-77E5-2D8D-30626FDF005D}"/>
          </ac:spMkLst>
        </pc:spChg>
        <pc:spChg chg="mod">
          <ac:chgData name="purvarajsinh vaghela" userId="b6da04b23e00f57b" providerId="LiveId" clId="{A46A47C0-16F1-45C7-AB9F-9546371DA436}" dt="2026-01-10T09:57:58.777" v="1325" actId="1076"/>
          <ac:spMkLst>
            <pc:docMk/>
            <pc:sldMk cId="2580823971" sldId="297"/>
            <ac:spMk id="19" creationId="{5F02E817-11A1-E78C-8642-FD9664FF9476}"/>
          </ac:spMkLst>
        </pc:spChg>
      </pc:sldChg>
      <pc:sldChg chg="addSp delSp modSp add mod">
        <pc:chgData name="purvarajsinh vaghela" userId="b6da04b23e00f57b" providerId="LiveId" clId="{A46A47C0-16F1-45C7-AB9F-9546371DA436}" dt="2026-01-10T10:10:22.841" v="1388" actId="478"/>
        <pc:sldMkLst>
          <pc:docMk/>
          <pc:sldMk cId="747699036" sldId="298"/>
        </pc:sldMkLst>
        <pc:spChg chg="add del mod">
          <ac:chgData name="purvarajsinh vaghela" userId="b6da04b23e00f57b" providerId="LiveId" clId="{A46A47C0-16F1-45C7-AB9F-9546371DA436}" dt="2026-01-10T10:10:22.841" v="1388" actId="478"/>
          <ac:spMkLst>
            <pc:docMk/>
            <pc:sldMk cId="747699036" sldId="298"/>
            <ac:spMk id="2" creationId="{A08DDC67-D973-6D1D-F283-971B72B39C09}"/>
          </ac:spMkLst>
        </pc:spChg>
        <pc:spChg chg="mod">
          <ac:chgData name="purvarajsinh vaghela" userId="b6da04b23e00f57b" providerId="LiveId" clId="{A46A47C0-16F1-45C7-AB9F-9546371DA436}" dt="2026-01-10T10:10:22.290" v="1387" actId="1076"/>
          <ac:spMkLst>
            <pc:docMk/>
            <pc:sldMk cId="747699036" sldId="298"/>
            <ac:spMk id="3" creationId="{D2F46767-38CE-7A18-5667-DB2313638928}"/>
          </ac:spMkLst>
        </pc:spChg>
        <pc:spChg chg="mod">
          <ac:chgData name="purvarajsinh vaghela" userId="b6da04b23e00f57b" providerId="LiveId" clId="{A46A47C0-16F1-45C7-AB9F-9546371DA436}" dt="2026-01-10T09:58:35.508" v="1329" actId="2711"/>
          <ac:spMkLst>
            <pc:docMk/>
            <pc:sldMk cId="747699036" sldId="298"/>
            <ac:spMk id="19" creationId="{03F1823B-56EF-98D4-BD05-62491846B0CA}"/>
          </ac:spMkLst>
        </pc:spChg>
      </pc:sldChg>
      <pc:sldChg chg="addSp delSp modSp add mod">
        <pc:chgData name="purvarajsinh vaghela" userId="b6da04b23e00f57b" providerId="LiveId" clId="{A46A47C0-16F1-45C7-AB9F-9546371DA436}" dt="2026-01-10T10:13:30.534" v="1474" actId="20577"/>
        <pc:sldMkLst>
          <pc:docMk/>
          <pc:sldMk cId="3515504928" sldId="299"/>
        </pc:sldMkLst>
        <pc:spChg chg="mod">
          <ac:chgData name="purvarajsinh vaghela" userId="b6da04b23e00f57b" providerId="LiveId" clId="{A46A47C0-16F1-45C7-AB9F-9546371DA436}" dt="2026-01-10T10:13:30.534" v="1474" actId="20577"/>
          <ac:spMkLst>
            <pc:docMk/>
            <pc:sldMk cId="3515504928" sldId="299"/>
            <ac:spMk id="2" creationId="{98C86346-07E6-850C-B050-CEAEEA102E15}"/>
          </ac:spMkLst>
        </pc:spChg>
        <pc:spChg chg="mod">
          <ac:chgData name="purvarajsinh vaghela" userId="b6da04b23e00f57b" providerId="LiveId" clId="{A46A47C0-16F1-45C7-AB9F-9546371DA436}" dt="2026-01-10T10:12:14.445" v="1413" actId="1076"/>
          <ac:spMkLst>
            <pc:docMk/>
            <pc:sldMk cId="3515504928" sldId="299"/>
            <ac:spMk id="19" creationId="{573F7E4C-406F-C442-9175-01A59B894A6F}"/>
          </ac:spMkLst>
        </pc:spChg>
      </pc:sldChg>
      <pc:sldChg chg="modSp add mod ord">
        <pc:chgData name="purvarajsinh vaghela" userId="b6da04b23e00f57b" providerId="LiveId" clId="{A46A47C0-16F1-45C7-AB9F-9546371DA436}" dt="2026-01-10T10:47:06.020" v="1653" actId="1076"/>
        <pc:sldMkLst>
          <pc:docMk/>
          <pc:sldMk cId="3652848767" sldId="300"/>
        </pc:sldMkLst>
        <pc:spChg chg="mod">
          <ac:chgData name="purvarajsinh vaghela" userId="b6da04b23e00f57b" providerId="LiveId" clId="{A46A47C0-16F1-45C7-AB9F-9546371DA436}" dt="2026-01-10T10:47:06.020" v="1653" actId="1076"/>
          <ac:spMkLst>
            <pc:docMk/>
            <pc:sldMk cId="3652848767" sldId="300"/>
            <ac:spMk id="12" creationId="{B6DB2AA5-2183-8C8D-FCD9-0EB101D80A89}"/>
          </ac:spMkLst>
        </pc:spChg>
      </pc:sldChg>
      <pc:sldChg chg="add">
        <pc:chgData name="purvarajsinh vaghela" userId="b6da04b23e00f57b" providerId="LiveId" clId="{A46A47C0-16F1-45C7-AB9F-9546371DA436}" dt="2026-01-10T10:45:56.556" v="1635" actId="2890"/>
        <pc:sldMkLst>
          <pc:docMk/>
          <pc:sldMk cId="664588878" sldId="301"/>
        </pc:sldMkLst>
      </pc:sldChg>
      <pc:sldChg chg="addSp delSp modSp add mod">
        <pc:chgData name="purvarajsinh vaghela" userId="b6da04b23e00f57b" providerId="LiveId" clId="{A46A47C0-16F1-45C7-AB9F-9546371DA436}" dt="2026-01-10T11:07:08.219" v="1703" actId="931"/>
        <pc:sldMkLst>
          <pc:docMk/>
          <pc:sldMk cId="1543419389" sldId="302"/>
        </pc:sldMkLst>
        <pc:picChg chg="add mod">
          <ac:chgData name="purvarajsinh vaghela" userId="b6da04b23e00f57b" providerId="LiveId" clId="{A46A47C0-16F1-45C7-AB9F-9546371DA436}" dt="2026-01-10T11:07:08.219" v="1703" actId="931"/>
          <ac:picMkLst>
            <pc:docMk/>
            <pc:sldMk cId="1543419389" sldId="302"/>
            <ac:picMk id="5" creationId="{FC4E63BA-FED4-1E2D-2A40-6F8D3986F82C}"/>
          </ac:picMkLst>
        </pc:picChg>
      </pc:sldChg>
      <pc:sldMasterChg chg="delSldLayout">
        <pc:chgData name="purvarajsinh vaghela" userId="b6da04b23e00f57b" providerId="LiveId" clId="{A46A47C0-16F1-45C7-AB9F-9546371DA436}" dt="2026-01-10T11:07:09.871" v="1704" actId="47"/>
        <pc:sldMasterMkLst>
          <pc:docMk/>
          <pc:sldMasterMk cId="0" sldId="214748367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3" name="Google Shape;153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EDC56790-0890-F3EF-0D29-AD8307BEC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157BFB0E-92F6-9602-5514-B2BEFAAAD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3C13D6A0-E3E8-10A5-D36A-83E606EA9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654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EB45D0E9-B7A3-D0A1-ABCB-6F799EF85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9B5C0CA6-048B-D708-172A-89BDDACC0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E0FE4928-E820-20B1-B312-D1D4334F2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158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c9adec299_1_4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0" name="Google Shape;290;g3ac9adec299_1_4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857F5A6A-A7C4-94D1-DCFC-8E9C73805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050E9DEB-A8FF-26A2-7C8F-3F2DA0E607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729C56B9-F67A-404D-C700-28ECBCB538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444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F780F984-DCBD-39C0-58EF-EE653786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190F98F7-FE12-3795-7775-5B9F9A818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28708B52-CAA8-9CDE-37F1-4B3345FAD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3372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3AA17E5F-ED40-37A0-624E-55E96A6DC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024B419B-0464-4476-5FA7-94D03C672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28C78993-8F74-3963-0CF7-AF7414783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739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C09395DC-82A4-F0F3-820F-0D7357A2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E89D414D-E8A8-D2E0-11FA-DDF93EFFBB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D306F4E7-4FAD-42DD-AFE8-70B9DDF69E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9435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7F696768-2F00-617E-0929-C00DF24A1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4065645B-2EAC-7BE3-29B6-8AD7A512E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3CB0B6F2-C034-1578-B01C-E96DD2384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156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ECD60D49-D529-D9DF-B386-3231AA66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8B32E2BC-4076-CE38-0A98-36258A819D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BDD7BD46-FD1B-4D35-5051-624E26B3A5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5813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2BC70D36-E237-3696-450C-07A13E92F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55B49565-6315-C5BE-ED03-E898DC127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25A8DCDE-E48A-A0B2-2BEE-84601B342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041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1F351EB1-00E5-04A7-4D76-2B5817E3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83C8819B-F168-BD1D-F6B6-50F4E7356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CBA4C99E-8274-B3C7-7244-5AABE5779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350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FA056185-8395-338D-0A42-69447FEBE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90C37AE0-7FDD-5093-360C-A7626693A4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AE336C04-22E4-9074-77E6-B4D6DC771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471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D36D0210-5479-26AB-2E97-C441D81C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c9adec299_1_4682:notes">
            <a:extLst>
              <a:ext uri="{FF2B5EF4-FFF2-40B4-BE49-F238E27FC236}">
                <a16:creationId xmlns:a16="http://schemas.microsoft.com/office/drawing/2014/main" id="{36A561A8-62AF-857C-B0AE-CE7B3C42E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0" name="Google Shape;290;g3ac9adec299_1_4682:notes">
            <a:extLst>
              <a:ext uri="{FF2B5EF4-FFF2-40B4-BE49-F238E27FC236}">
                <a16:creationId xmlns:a16="http://schemas.microsoft.com/office/drawing/2014/main" id="{5D52213D-C2E8-6882-8230-7722A4D98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9372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C65D24E9-309D-FD85-9319-BC850D9C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1AE0CDA7-226B-4E37-A3D2-53F6C48AC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A810CDAD-1B7A-F848-BF49-9E214C9585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337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3366BBC6-BE81-7951-F6FF-F9FCDC5F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dec299_1_7:notes">
            <a:extLst>
              <a:ext uri="{FF2B5EF4-FFF2-40B4-BE49-F238E27FC236}">
                <a16:creationId xmlns:a16="http://schemas.microsoft.com/office/drawing/2014/main" id="{EF25AF1E-9AE2-F6FF-81FC-2A706A926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0" name="Google Shape;250;g3ac9adec299_1_7:notes">
            <a:extLst>
              <a:ext uri="{FF2B5EF4-FFF2-40B4-BE49-F238E27FC236}">
                <a16:creationId xmlns:a16="http://schemas.microsoft.com/office/drawing/2014/main" id="{8C4604D9-6F50-B8D1-07B5-436C41290F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0254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12D309FE-308F-A8F7-000B-008C4D43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c9adec299_1_4682:notes">
            <a:extLst>
              <a:ext uri="{FF2B5EF4-FFF2-40B4-BE49-F238E27FC236}">
                <a16:creationId xmlns:a16="http://schemas.microsoft.com/office/drawing/2014/main" id="{FFC74AAB-4CC9-1166-6068-85E9C61EF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0" name="Google Shape;290;g3ac9adec299_1_4682:notes">
            <a:extLst>
              <a:ext uri="{FF2B5EF4-FFF2-40B4-BE49-F238E27FC236}">
                <a16:creationId xmlns:a16="http://schemas.microsoft.com/office/drawing/2014/main" id="{8DC6415D-31CF-6AE3-5B42-4CB856592B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6834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E3BF3D48-E7BF-A635-E9B2-3159AF1C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2DD7CAFC-F211-2124-CEF7-BC6C7A7BD0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12995835-D865-073E-8BB3-EC4AAFC8D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7388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217ADAA2-2AF8-785B-E2FB-9E95EC94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116E158D-AB80-985A-430D-E2274ABBD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79B0597A-872F-E5A7-7F98-0AB213379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245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F41907C1-62EC-605E-3C7C-3318F65B8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D860F87C-AF87-FC51-3E57-BF9B123EC6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0640AB0D-91E7-B348-7205-9FDC1CFB6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3223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B97F227A-0D19-D548-D6F1-7C4A6B30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E15EED93-FB83-760C-4D80-1FBE2A3D2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F75819EB-E4B5-2541-E09C-BCEEFEABC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7391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FF750D7A-91B0-0C84-F259-A0EDBFD8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6F018DDB-045D-1D0D-7AC3-0CC018C0E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26C83EF6-3393-B7E5-9C1B-E99036D03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081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123A8AEC-61BA-4777-1F57-A31A1B72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4DE82832-42B8-4B6C-79E5-A6F40BB4F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1DCF257B-77B3-186A-4749-B907E4D9D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5398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BF019D03-5CED-A5EC-08C4-DF41C2FB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D3C43296-4DCC-4B32-D5F1-DE2B08385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8513FB6A-68F5-7651-A6C8-B0AA37084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7753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D5965B25-A372-3D45-F501-6E27B525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0ED98FB5-8801-D7F7-5893-BCD1506C2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9C6E15CB-5386-AD3C-17C6-C44DA0F368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4735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621DC4A0-D4F4-5558-627B-4F7AFE0F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25F9DD4C-656D-7E31-5BF6-516EC3B61B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1EFCEEEE-6F1C-9063-DA8F-95204840A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5945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3DD6FACC-A2B8-2E62-6355-0FE1052E8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8776ED79-1C1C-F3E4-C8EF-9139DDC67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793CF91B-F7B2-0052-B159-3CEF1E7A7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682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C28BBC92-5830-97B9-5DF8-0A4E9BEC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70C24B48-D988-0B3E-0729-3057D5E847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83D297EA-E3D6-9623-BA4D-6024E023B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87200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F13A7E99-E94A-D5B4-4D99-8214B9FF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CC8949D9-99A6-5173-C439-FCF07EEC1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1ADF7652-01DF-0189-E301-C93A721DB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5488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2F1E39AF-5E7C-8D5E-8C55-A225E3C69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A7756ED6-6C73-964B-40ED-5D374D8AB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4434EB26-1EE4-9D49-EBF2-4D7D16433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09536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8CE9B5A0-81FB-FB17-18C3-53362F6A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56CBF821-91DF-C3EC-B6F2-0752DF4818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58209C16-72ED-F562-FB8D-DD6B48175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1611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A669DB5C-03A5-1289-5BAF-22FF45A9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4284E475-FF84-5478-C9C6-8F74A8AB0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C5E444CC-D721-E83D-C443-A48C5E124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4694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DE0C6227-9FBD-34BC-99B4-19384D76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0F7047A4-B66E-4271-163A-C66DBB3A5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4F10FC81-523A-B7EE-E76A-A8CEF1EE8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1719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7B193582-A5EB-8F2F-D939-8985C8B14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298c83c_1_0:notes">
            <a:extLst>
              <a:ext uri="{FF2B5EF4-FFF2-40B4-BE49-F238E27FC236}">
                <a16:creationId xmlns:a16="http://schemas.microsoft.com/office/drawing/2014/main" id="{DA5AB293-AEF1-54F0-ABC9-26A71DA85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3abc298c83c_1_0:notes">
            <a:extLst>
              <a:ext uri="{FF2B5EF4-FFF2-40B4-BE49-F238E27FC236}">
                <a16:creationId xmlns:a16="http://schemas.microsoft.com/office/drawing/2014/main" id="{318E7B97-B30B-5EA1-D9C8-1F83EC191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517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11734650" cy="5143500"/>
            <a:chOff x="0" y="0"/>
            <a:chExt cx="11734650" cy="5143500"/>
          </a:xfrm>
        </p:grpSpPr>
        <p:pic>
          <p:nvPicPr>
            <p:cNvPr id="10" name="Google Shape;10;p2" title="05.jpg"/>
            <p:cNvPicPr preferRelativeResize="0"/>
            <p:nvPr/>
          </p:nvPicPr>
          <p:blipFill rotWithShape="1">
            <a:blip r:embed="rId2">
              <a:alphaModFix amt="80000"/>
            </a:blip>
            <a:srcRect b="24998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03.jpg"/>
            <p:cNvPicPr preferRelativeResize="0"/>
            <p:nvPr/>
          </p:nvPicPr>
          <p:blipFill rotWithShape="1">
            <a:blip r:embed="rId3">
              <a:alphaModFix/>
            </a:blip>
            <a:srcRect t="4388" b="4379"/>
            <a:stretch/>
          </p:blipFill>
          <p:spPr>
            <a:xfrm flipH="1">
              <a:off x="3486150" y="0"/>
              <a:ext cx="8248500" cy="5143500"/>
            </a:xfrm>
            <a:prstGeom prst="plaque">
              <a:avLst>
                <a:gd name="adj" fmla="val 50000"/>
              </a:avLst>
            </a:prstGeom>
            <a:noFill/>
            <a:ln>
              <a:noFill/>
            </a:ln>
          </p:spPr>
        </p:pic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314450" y="1985975"/>
            <a:ext cx="5429400" cy="7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14450" y="2692825"/>
            <a:ext cx="5429400" cy="46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 title="05.jpg"/>
          <p:cNvPicPr preferRelativeResize="0"/>
          <p:nvPr/>
        </p:nvPicPr>
        <p:blipFill rotWithShape="1">
          <a:blip r:embed="rId2">
            <a:alphaModFix amt="80000"/>
          </a:blip>
          <a:srcRect b="2499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8600" y="14001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Tight SemiBold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5"/>
          <p:cNvGrpSpPr/>
          <p:nvPr/>
        </p:nvGrpSpPr>
        <p:grpSpPr>
          <a:xfrm>
            <a:off x="-2868550" y="0"/>
            <a:ext cx="12012550" cy="5143500"/>
            <a:chOff x="-2868550" y="0"/>
            <a:chExt cx="12012550" cy="5143500"/>
          </a:xfrm>
        </p:grpSpPr>
        <p:pic>
          <p:nvPicPr>
            <p:cNvPr id="26" name="Google Shape;26;p5" title="05.jpg"/>
            <p:cNvPicPr preferRelativeResize="0"/>
            <p:nvPr/>
          </p:nvPicPr>
          <p:blipFill rotWithShape="1">
            <a:blip r:embed="rId2">
              <a:alphaModFix amt="80000"/>
            </a:blip>
            <a:srcRect b="24998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5" title="03.jpg"/>
            <p:cNvPicPr preferRelativeResize="0"/>
            <p:nvPr/>
          </p:nvPicPr>
          <p:blipFill rotWithShape="1">
            <a:blip r:embed="rId3">
              <a:alphaModFix/>
            </a:blip>
            <a:srcRect l="383" t="5340" r="36759" b="4456"/>
            <a:stretch/>
          </p:blipFill>
          <p:spPr>
            <a:xfrm rot="10800000">
              <a:off x="-2868550" y="0"/>
              <a:ext cx="5243700" cy="5143500"/>
            </a:xfrm>
            <a:prstGeom prst="parallelogram">
              <a:avLst>
                <a:gd name="adj" fmla="val 41520"/>
              </a:avLst>
            </a:prstGeom>
            <a:noFill/>
            <a:ln>
              <a:noFill/>
            </a:ln>
          </p:spPr>
        </p:pic>
      </p:grp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7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314450" y="3404250"/>
            <a:ext cx="2171700" cy="12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ra"/>
              <a:buNone/>
              <a:defRPr sz="1400" b="1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4572154" y="2025899"/>
            <a:ext cx="4343700" cy="9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4572000" y="1354850"/>
            <a:ext cx="4343700" cy="74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1400">
                <a:solidFill>
                  <a:schemeClr val="dk2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4572150" y="3741949"/>
            <a:ext cx="4343700" cy="9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5"/>
          </p:nvPr>
        </p:nvSpPr>
        <p:spPr>
          <a:xfrm>
            <a:off x="4572000" y="3070895"/>
            <a:ext cx="4343700" cy="74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1400">
                <a:solidFill>
                  <a:schemeClr val="dk2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Tight Medium"/>
              <a:buNone/>
              <a:defRPr sz="2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 idx="6" hasCustomPrompt="1"/>
          </p:nvPr>
        </p:nvSpPr>
        <p:spPr>
          <a:xfrm>
            <a:off x="3894637" y="1676241"/>
            <a:ext cx="617400" cy="4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5" name="Google Shape;35;p5"/>
          <p:cNvSpPr txBox="1">
            <a:spLocks noGrp="1"/>
          </p:cNvSpPr>
          <p:nvPr>
            <p:ph type="title" idx="7" hasCustomPrompt="1"/>
          </p:nvPr>
        </p:nvSpPr>
        <p:spPr>
          <a:xfrm>
            <a:off x="3894637" y="3392279"/>
            <a:ext cx="617400" cy="4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 title="05.jpg"/>
          <p:cNvPicPr preferRelativeResize="0"/>
          <p:nvPr/>
        </p:nvPicPr>
        <p:blipFill rotWithShape="1">
          <a:blip r:embed="rId2">
            <a:alphaModFix amt="80000"/>
          </a:blip>
          <a:srcRect b="2499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314450" y="2382300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>
            <a:spLocks noGrp="1"/>
          </p:cNvSpPr>
          <p:nvPr>
            <p:ph type="pic" idx="2"/>
          </p:nvPr>
        </p:nvSpPr>
        <p:spPr>
          <a:xfrm>
            <a:off x="5657850" y="0"/>
            <a:ext cx="2171700" cy="3171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8"/>
          <p:cNvGrpSpPr/>
          <p:nvPr/>
        </p:nvGrpSpPr>
        <p:grpSpPr>
          <a:xfrm rot="10800000" flipH="1">
            <a:off x="0" y="0"/>
            <a:ext cx="11734650" cy="5143500"/>
            <a:chOff x="0" y="0"/>
            <a:chExt cx="11734650" cy="5143500"/>
          </a:xfrm>
        </p:grpSpPr>
        <p:pic>
          <p:nvPicPr>
            <p:cNvPr id="46" name="Google Shape;46;p8" title="05.jpg"/>
            <p:cNvPicPr preferRelativeResize="0"/>
            <p:nvPr/>
          </p:nvPicPr>
          <p:blipFill rotWithShape="1">
            <a:blip r:embed="rId2">
              <a:alphaModFix amt="80000"/>
            </a:blip>
            <a:srcRect b="24998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8" title="03.jpg"/>
            <p:cNvPicPr preferRelativeResize="0"/>
            <p:nvPr/>
          </p:nvPicPr>
          <p:blipFill rotWithShape="1">
            <a:blip r:embed="rId3">
              <a:alphaModFix/>
            </a:blip>
            <a:srcRect t="4388" b="4379"/>
            <a:stretch/>
          </p:blipFill>
          <p:spPr>
            <a:xfrm flipH="1">
              <a:off x="3486150" y="0"/>
              <a:ext cx="8248500" cy="5143500"/>
            </a:xfrm>
            <a:prstGeom prst="plaque">
              <a:avLst>
                <a:gd name="adj" fmla="val 50000"/>
              </a:avLst>
            </a:prstGeom>
            <a:noFill/>
            <a:ln>
              <a:noFill/>
            </a:ln>
          </p:spPr>
        </p:pic>
      </p:grp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1314450" y="1400175"/>
            <a:ext cx="4343400" cy="2343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 title="05.jpg"/>
          <p:cNvPicPr preferRelativeResize="0"/>
          <p:nvPr/>
        </p:nvPicPr>
        <p:blipFill rotWithShape="1">
          <a:blip r:embed="rId2">
            <a:alphaModFix amt="80000"/>
          </a:blip>
          <a:srcRect b="2499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2400149" y="2525100"/>
            <a:ext cx="32577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2"/>
          </p:nvPr>
        </p:nvSpPr>
        <p:spPr>
          <a:xfrm>
            <a:off x="5657851" y="2525100"/>
            <a:ext cx="32577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228600" y="4329100"/>
            <a:ext cx="3257700" cy="58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1"/>
          <p:cNvGrpSpPr/>
          <p:nvPr/>
        </p:nvGrpSpPr>
        <p:grpSpPr>
          <a:xfrm rot="10800000" flipH="1">
            <a:off x="0" y="0"/>
            <a:ext cx="9144000" cy="5143500"/>
            <a:chOff x="0" y="0"/>
            <a:chExt cx="9144000" cy="5143500"/>
          </a:xfrm>
        </p:grpSpPr>
        <p:pic>
          <p:nvPicPr>
            <p:cNvPr id="59" name="Google Shape;59;p11" title="05.jpg"/>
            <p:cNvPicPr preferRelativeResize="0"/>
            <p:nvPr/>
          </p:nvPicPr>
          <p:blipFill rotWithShape="1">
            <a:blip r:embed="rId2">
              <a:alphaModFix amt="80000"/>
            </a:blip>
            <a:srcRect b="24998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1" title="01.jpg"/>
            <p:cNvPicPr preferRelativeResize="0"/>
            <p:nvPr/>
          </p:nvPicPr>
          <p:blipFill rotWithShape="1">
            <a:blip r:embed="rId3">
              <a:alphaModFix/>
            </a:blip>
            <a:srcRect r="31591"/>
            <a:stretch/>
          </p:blipFill>
          <p:spPr>
            <a:xfrm rot="-5400000" flipH="1">
              <a:off x="3141298" y="228612"/>
              <a:ext cx="4690200" cy="4686300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61" name="Google Shape;61;p11"/>
          <p:cNvSpPr txBox="1">
            <a:spLocks noGrp="1"/>
          </p:cNvSpPr>
          <p:nvPr>
            <p:ph type="title" hasCustomPrompt="1"/>
          </p:nvPr>
        </p:nvSpPr>
        <p:spPr>
          <a:xfrm>
            <a:off x="1314450" y="1952850"/>
            <a:ext cx="43434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>
            <a:spLocks noGrp="1"/>
          </p:cNvSpPr>
          <p:nvPr>
            <p:ph type="subTitle" idx="1"/>
          </p:nvPr>
        </p:nvSpPr>
        <p:spPr>
          <a:xfrm>
            <a:off x="1314450" y="2816250"/>
            <a:ext cx="43434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3" title="05.jpg"/>
          <p:cNvPicPr preferRelativeResize="0"/>
          <p:nvPr/>
        </p:nvPicPr>
        <p:blipFill rotWithShape="1">
          <a:blip r:embed="rId2">
            <a:alphaModFix amt="80000"/>
          </a:blip>
          <a:srcRect b="2499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1314450" y="806797"/>
            <a:ext cx="76011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Inter Tight Light"/>
              <a:buNone/>
              <a:defRPr sz="25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Font typeface="Inter Tight Light"/>
              <a:buNone/>
              <a:defRPr sz="2800"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Font typeface="Inter Tight Light"/>
              <a:buNone/>
              <a:defRPr sz="2800"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Font typeface="Inter Tight Light"/>
              <a:buNone/>
              <a:defRPr sz="2800"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Font typeface="Inter Tight Light"/>
              <a:buNone/>
              <a:defRPr sz="2800"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Font typeface="Inter Tight Light"/>
              <a:buNone/>
              <a:defRPr sz="2800"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Font typeface="Inter Tight Light"/>
              <a:buNone/>
              <a:defRPr sz="2800"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Font typeface="Inter Tight Light"/>
              <a:buNone/>
              <a:defRPr sz="2800"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Font typeface="Inter Tight Light"/>
              <a:buNone/>
              <a:defRPr sz="2800"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228600" y="267450"/>
            <a:ext cx="4343400" cy="3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2"/>
          </p:nvPr>
        </p:nvSpPr>
        <p:spPr>
          <a:xfrm>
            <a:off x="1314450" y="1328070"/>
            <a:ext cx="75882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3"/>
          </p:nvPr>
        </p:nvSpPr>
        <p:spPr>
          <a:xfrm>
            <a:off x="1314450" y="2370614"/>
            <a:ext cx="75882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4"/>
          </p:nvPr>
        </p:nvSpPr>
        <p:spPr>
          <a:xfrm>
            <a:off x="1314450" y="3934431"/>
            <a:ext cx="75882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5"/>
          </p:nvPr>
        </p:nvSpPr>
        <p:spPr>
          <a:xfrm>
            <a:off x="1314450" y="3413159"/>
            <a:ext cx="75882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6"/>
          </p:nvPr>
        </p:nvSpPr>
        <p:spPr>
          <a:xfrm>
            <a:off x="1314450" y="1849342"/>
            <a:ext cx="75882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7"/>
          </p:nvPr>
        </p:nvSpPr>
        <p:spPr>
          <a:xfrm>
            <a:off x="1314450" y="2891886"/>
            <a:ext cx="75882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8" hasCustomPrompt="1"/>
          </p:nvPr>
        </p:nvSpPr>
        <p:spPr>
          <a:xfrm>
            <a:off x="228600" y="806822"/>
            <a:ext cx="10860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16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9" hasCustomPrompt="1"/>
          </p:nvPr>
        </p:nvSpPr>
        <p:spPr>
          <a:xfrm>
            <a:off x="228600" y="1328080"/>
            <a:ext cx="10860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13" hasCustomPrompt="1"/>
          </p:nvPr>
        </p:nvSpPr>
        <p:spPr>
          <a:xfrm>
            <a:off x="228600" y="1849338"/>
            <a:ext cx="10860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14" hasCustomPrompt="1"/>
          </p:nvPr>
        </p:nvSpPr>
        <p:spPr>
          <a:xfrm>
            <a:off x="228600" y="2370596"/>
            <a:ext cx="10860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15" hasCustomPrompt="1"/>
          </p:nvPr>
        </p:nvSpPr>
        <p:spPr>
          <a:xfrm>
            <a:off x="228600" y="2891854"/>
            <a:ext cx="10860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16" hasCustomPrompt="1"/>
          </p:nvPr>
        </p:nvSpPr>
        <p:spPr>
          <a:xfrm>
            <a:off x="228600" y="3413112"/>
            <a:ext cx="10860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7" hasCustomPrompt="1"/>
          </p:nvPr>
        </p:nvSpPr>
        <p:spPr>
          <a:xfrm>
            <a:off x="228600" y="3934370"/>
            <a:ext cx="10860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8"/>
          </p:nvPr>
        </p:nvSpPr>
        <p:spPr>
          <a:xfrm>
            <a:off x="1314450" y="4455703"/>
            <a:ext cx="7588200" cy="3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19" hasCustomPrompt="1"/>
          </p:nvPr>
        </p:nvSpPr>
        <p:spPr>
          <a:xfrm>
            <a:off x="228600" y="4455628"/>
            <a:ext cx="1086000" cy="38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_2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 title="02.jpg"/>
          <p:cNvPicPr preferRelativeResize="0"/>
          <p:nvPr/>
        </p:nvPicPr>
        <p:blipFill rotWithShape="1">
          <a:blip r:embed="rId2">
            <a:alphaModFix/>
          </a:blip>
          <a:srcRect t="4551" b="13151"/>
          <a:stretch/>
        </p:blipFill>
        <p:spPr>
          <a:xfrm flipH="1"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>
            <a:spLocks noGrp="1"/>
          </p:cNvSpPr>
          <p:nvPr>
            <p:ph type="title" hasCustomPrompt="1"/>
          </p:nvPr>
        </p:nvSpPr>
        <p:spPr>
          <a:xfrm>
            <a:off x="3486150" y="1406725"/>
            <a:ext cx="5429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b="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1"/>
          </p:nvPr>
        </p:nvSpPr>
        <p:spPr>
          <a:xfrm>
            <a:off x="3486150" y="1908430"/>
            <a:ext cx="54297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title" idx="2" hasCustomPrompt="1"/>
          </p:nvPr>
        </p:nvSpPr>
        <p:spPr>
          <a:xfrm>
            <a:off x="3486150" y="2786453"/>
            <a:ext cx="5429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b="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3"/>
          </p:nvPr>
        </p:nvSpPr>
        <p:spPr>
          <a:xfrm>
            <a:off x="3486150" y="3288574"/>
            <a:ext cx="54297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title" idx="4"/>
          </p:nvPr>
        </p:nvSpPr>
        <p:spPr>
          <a:xfrm>
            <a:off x="1314450" y="228600"/>
            <a:ext cx="760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1"/>
          <p:cNvGrpSpPr/>
          <p:nvPr/>
        </p:nvGrpSpPr>
        <p:grpSpPr>
          <a:xfrm>
            <a:off x="0" y="0"/>
            <a:ext cx="12012466" cy="5156033"/>
            <a:chOff x="0" y="0"/>
            <a:chExt cx="12012466" cy="5156033"/>
          </a:xfrm>
        </p:grpSpPr>
        <p:pic>
          <p:nvPicPr>
            <p:cNvPr id="136" name="Google Shape;136;p21" title="05.jpg"/>
            <p:cNvPicPr preferRelativeResize="0"/>
            <p:nvPr/>
          </p:nvPicPr>
          <p:blipFill rotWithShape="1">
            <a:blip r:embed="rId2">
              <a:alphaModFix amt="80000"/>
            </a:blip>
            <a:srcRect b="24998"/>
            <a:stretch/>
          </p:blipFill>
          <p:spPr>
            <a:xfrm>
              <a:off x="0" y="12533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1" title="03.1.jpg"/>
            <p:cNvPicPr preferRelativeResize="0"/>
            <p:nvPr/>
          </p:nvPicPr>
          <p:blipFill rotWithShape="1">
            <a:blip r:embed="rId3">
              <a:alphaModFix/>
            </a:blip>
            <a:srcRect t="31751" b="1206"/>
            <a:stretch/>
          </p:blipFill>
          <p:spPr>
            <a:xfrm rot="10800000">
              <a:off x="6768766" y="0"/>
              <a:ext cx="5243700" cy="5143500"/>
            </a:xfrm>
            <a:prstGeom prst="parallelogram">
              <a:avLst>
                <a:gd name="adj" fmla="val 41520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 title="04.jpg"/>
          <p:cNvPicPr preferRelativeResize="0"/>
          <p:nvPr/>
        </p:nvPicPr>
        <p:blipFill rotWithShape="1">
          <a:blip r:embed="rId2">
            <a:alphaModFix amt="80000"/>
          </a:blip>
          <a:srcRect t="5777" b="11924"/>
          <a:stretch/>
        </p:blipFill>
        <p:spPr>
          <a:xfrm>
            <a:off x="0" y="0"/>
            <a:ext cx="914400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5" r:id="rId11"/>
    <p:sldLayoutId id="2147483667" r:id="rId12"/>
    <p:sldLayoutId id="214748366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ctrTitle"/>
          </p:nvPr>
        </p:nvSpPr>
        <p:spPr>
          <a:xfrm>
            <a:off x="239320" y="1812191"/>
            <a:ext cx="3307170" cy="13209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latin typeface="Qurova DEMO Med" pitchFamily="50" charset="0"/>
              </a:rPr>
              <a:t>Portify</a:t>
            </a:r>
            <a:endParaRPr sz="7200" i="1" dirty="0">
              <a:latin typeface="Qurova DEMO Med" pitchFamily="50" charset="0"/>
              <a:ea typeface="Lora"/>
              <a:cs typeface="Lora"/>
              <a:sym typeface="Lora"/>
            </a:endParaRPr>
          </a:p>
        </p:txBody>
      </p:sp>
      <p:sp>
        <p:nvSpPr>
          <p:cNvPr id="156" name="Google Shape;156;p27"/>
          <p:cNvSpPr txBox="1">
            <a:spLocks noGrp="1"/>
          </p:cNvSpPr>
          <p:nvPr>
            <p:ph type="subTitle" idx="1"/>
          </p:nvPr>
        </p:nvSpPr>
        <p:spPr>
          <a:xfrm>
            <a:off x="2659689" y="70884"/>
            <a:ext cx="3365427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Qurova DEMO Med" pitchFamily="50" charset="0"/>
              </a:rPr>
              <a:t>L.J. Institute of Computer Applications</a:t>
            </a:r>
            <a:endParaRPr dirty="0">
              <a:latin typeface="Qurova DEMO Med" pitchFamily="50" charset="0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9144000" y="-486300"/>
            <a:ext cx="2927700" cy="61161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" name="Google Shape;155;p27">
            <a:extLst>
              <a:ext uri="{FF2B5EF4-FFF2-40B4-BE49-F238E27FC236}">
                <a16:creationId xmlns:a16="http://schemas.microsoft.com/office/drawing/2014/main" id="{D0571B66-19CB-0C0B-7DAC-A459583171E3}"/>
              </a:ext>
            </a:extLst>
          </p:cNvPr>
          <p:cNvSpPr txBox="1">
            <a:spLocks/>
          </p:cNvSpPr>
          <p:nvPr/>
        </p:nvSpPr>
        <p:spPr>
          <a:xfrm>
            <a:off x="899779" y="4088545"/>
            <a:ext cx="2481374" cy="46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ter Tight Light"/>
              <a:buNone/>
              <a:defRPr sz="3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ter Tight Light"/>
              <a:buNone/>
              <a:defRPr sz="5200" b="0" i="0" u="none" strike="noStrike" cap="none">
                <a:solidFill>
                  <a:srgbClr val="191919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ter Tight Light"/>
              <a:buNone/>
              <a:defRPr sz="5200" b="0" i="0" u="none" strike="noStrike" cap="none">
                <a:solidFill>
                  <a:srgbClr val="191919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ter Tight Light"/>
              <a:buNone/>
              <a:defRPr sz="5200" b="0" i="0" u="none" strike="noStrike" cap="none">
                <a:solidFill>
                  <a:srgbClr val="191919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ter Tight Light"/>
              <a:buNone/>
              <a:defRPr sz="5200" b="0" i="0" u="none" strike="noStrike" cap="none">
                <a:solidFill>
                  <a:srgbClr val="191919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ter Tight Light"/>
              <a:buNone/>
              <a:defRPr sz="5200" b="0" i="0" u="none" strike="noStrike" cap="none">
                <a:solidFill>
                  <a:srgbClr val="191919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ter Tight Light"/>
              <a:buNone/>
              <a:defRPr sz="5200" b="0" i="0" u="none" strike="noStrike" cap="none">
                <a:solidFill>
                  <a:srgbClr val="191919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ter Tight Light"/>
              <a:buNone/>
              <a:defRPr sz="5200" b="0" i="0" u="none" strike="noStrike" cap="none">
                <a:solidFill>
                  <a:srgbClr val="191919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ter Tight Light"/>
              <a:buNone/>
              <a:defRPr sz="5200" b="0" i="0" u="none" strike="noStrike" cap="none">
                <a:solidFill>
                  <a:srgbClr val="191919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>
            <a:r>
              <a:rPr lang="en-IN" sz="1800" i="1" spc="300" dirty="0">
                <a:latin typeface="Glitten" pitchFamily="50" charset="0"/>
                <a:ea typeface="Lora"/>
                <a:cs typeface="Lora"/>
                <a:sym typeface="Lora"/>
              </a:rPr>
              <a:t>IMCAD_6_D_G30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D58A3BA-E046-0E3E-C017-C7C0D752F00E}"/>
              </a:ext>
            </a:extLst>
          </p:cNvPr>
          <p:cNvSpPr txBox="1"/>
          <p:nvPr/>
        </p:nvSpPr>
        <p:spPr>
          <a:xfrm>
            <a:off x="439480" y="259080"/>
            <a:ext cx="4111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spc="300" dirty="0">
                <a:solidFill>
                  <a:schemeClr val="accent3"/>
                </a:solidFill>
                <a:latin typeface="Qurova DEMO Med" pitchFamily="50" charset="0"/>
                <a:cs typeface="Arial" panose="020B0604020202020204" pitchFamily="34" charset="0"/>
              </a:rPr>
              <a:t>TABLE OF CONTENTS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8D4DF54-EDBF-08CF-1990-E9FECBE22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48698"/>
              </p:ext>
            </p:extLst>
          </p:nvPr>
        </p:nvGraphicFramePr>
        <p:xfrm>
          <a:off x="439480" y="857695"/>
          <a:ext cx="6096000" cy="4096157"/>
        </p:xfrm>
        <a:graphic>
          <a:graphicData uri="http://schemas.openxmlformats.org/drawingml/2006/table">
            <a:tbl>
              <a:tblPr firstRow="1" bandRow="1">
                <a:tableStyleId>{9F95112B-359D-4307-BB43-7D9A8EF1CCF3}</a:tableStyleId>
              </a:tblPr>
              <a:tblGrid>
                <a:gridCol w="1205023">
                  <a:extLst>
                    <a:ext uri="{9D8B030D-6E8A-4147-A177-3AD203B41FA5}">
                      <a16:colId xmlns:a16="http://schemas.microsoft.com/office/drawing/2014/main" val="808329089"/>
                    </a:ext>
                  </a:extLst>
                </a:gridCol>
                <a:gridCol w="4890977">
                  <a:extLst>
                    <a:ext uri="{9D8B030D-6E8A-4147-A177-3AD203B41FA5}">
                      <a16:colId xmlns:a16="http://schemas.microsoft.com/office/drawing/2014/main" val="564992952"/>
                    </a:ext>
                  </a:extLst>
                </a:gridCol>
              </a:tblGrid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702616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Introduction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497926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Existing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563788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Need for the New System</a:t>
                      </a:r>
                      <a:endParaRPr lang="en-IN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074862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Objective of the New System</a:t>
                      </a:r>
                      <a:endParaRPr lang="en-IN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738609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Problem 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9241710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Scope of the Project &amp; Core Components</a:t>
                      </a:r>
                      <a:endParaRPr lang="en-IN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2372806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Project Profile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1136033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Assumptions and Constraints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098962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Advantages and Limitations of the Proposed System</a:t>
                      </a:r>
                      <a:endParaRPr lang="en-IN" dirty="0">
                        <a:solidFill>
                          <a:schemeClr val="accent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4105530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Requirement Determination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5243641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Targeted Users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815748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System Design (Use-Case)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83932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EB250323-50F0-268F-6436-B005FEF6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4338630-1911-9473-C38B-09D688A421B8}"/>
              </a:ext>
            </a:extLst>
          </p:cNvPr>
          <p:cNvSpPr txBox="1"/>
          <p:nvPr/>
        </p:nvSpPr>
        <p:spPr>
          <a:xfrm>
            <a:off x="439480" y="259080"/>
            <a:ext cx="4111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spc="300" dirty="0">
                <a:solidFill>
                  <a:schemeClr val="accent3"/>
                </a:solidFill>
                <a:latin typeface="Qurova DEMO Med" pitchFamily="50" charset="0"/>
                <a:cs typeface="Arial" panose="020B0604020202020204" pitchFamily="34" charset="0"/>
              </a:rPr>
              <a:t>TABLE OF CONTENTS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7563E5A-5120-B8EA-B5ED-FEBFE9266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641700"/>
              </p:ext>
            </p:extLst>
          </p:nvPr>
        </p:nvGraphicFramePr>
        <p:xfrm>
          <a:off x="439480" y="857695"/>
          <a:ext cx="6096000" cy="1575445"/>
        </p:xfrm>
        <a:graphic>
          <a:graphicData uri="http://schemas.openxmlformats.org/drawingml/2006/table">
            <a:tbl>
              <a:tblPr firstRow="1" bandRow="1">
                <a:tableStyleId>{9F95112B-359D-4307-BB43-7D9A8EF1CCF3}</a:tableStyleId>
              </a:tblPr>
              <a:tblGrid>
                <a:gridCol w="1205023">
                  <a:extLst>
                    <a:ext uri="{9D8B030D-6E8A-4147-A177-3AD203B41FA5}">
                      <a16:colId xmlns:a16="http://schemas.microsoft.com/office/drawing/2014/main" val="808329089"/>
                    </a:ext>
                  </a:extLst>
                </a:gridCol>
                <a:gridCol w="4890977">
                  <a:extLst>
                    <a:ext uri="{9D8B030D-6E8A-4147-A177-3AD203B41FA5}">
                      <a16:colId xmlns:a16="http://schemas.microsoft.com/office/drawing/2014/main" val="564992952"/>
                    </a:ext>
                  </a:extLst>
                </a:gridCol>
              </a:tblGrid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702616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System Design (Class)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497926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System Design (Interaction)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563788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System Design (Activity)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074862"/>
                  </a:ext>
                </a:extLst>
              </a:tr>
              <a:tr h="3150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Data Dictionary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738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66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A9E0E85C-8CE9-E17C-8FD5-5D18F8B9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AC756D1-D0E3-79E8-C2AE-BA6B4704B673}"/>
              </a:ext>
            </a:extLst>
          </p:cNvPr>
          <p:cNvSpPr txBox="1"/>
          <p:nvPr/>
        </p:nvSpPr>
        <p:spPr>
          <a:xfrm>
            <a:off x="439480" y="304800"/>
            <a:ext cx="2651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spc="300" dirty="0">
                <a:solidFill>
                  <a:schemeClr val="accent3"/>
                </a:solidFill>
                <a:latin typeface="Qurova DEMO Med" pitchFamily="50" charset="0"/>
                <a:cs typeface="Arial" panose="020B0604020202020204" pitchFamily="34" charset="0"/>
              </a:rPr>
              <a:t>Developed by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CC7FF9-58B0-B87B-0943-75BC54970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142075"/>
              </p:ext>
            </p:extLst>
          </p:nvPr>
        </p:nvGraphicFramePr>
        <p:xfrm>
          <a:off x="439480" y="1088390"/>
          <a:ext cx="6096000" cy="1192456"/>
        </p:xfrm>
        <a:graphic>
          <a:graphicData uri="http://schemas.openxmlformats.org/drawingml/2006/table">
            <a:tbl>
              <a:tblPr firstRow="1" bandRow="1">
                <a:tableStyleId>{9F95112B-359D-4307-BB43-7D9A8EF1CCF3}</a:tableStyleId>
              </a:tblPr>
              <a:tblGrid>
                <a:gridCol w="1098697">
                  <a:extLst>
                    <a:ext uri="{9D8B030D-6E8A-4147-A177-3AD203B41FA5}">
                      <a16:colId xmlns:a16="http://schemas.microsoft.com/office/drawing/2014/main" val="1208869930"/>
                    </a:ext>
                  </a:extLst>
                </a:gridCol>
                <a:gridCol w="1864242">
                  <a:extLst>
                    <a:ext uri="{9D8B030D-6E8A-4147-A177-3AD203B41FA5}">
                      <a16:colId xmlns:a16="http://schemas.microsoft.com/office/drawing/2014/main" val="4037268098"/>
                    </a:ext>
                  </a:extLst>
                </a:gridCol>
                <a:gridCol w="3133061">
                  <a:extLst>
                    <a:ext uri="{9D8B030D-6E8A-4147-A177-3AD203B41FA5}">
                      <a16:colId xmlns:a16="http://schemas.microsoft.com/office/drawing/2014/main" val="639200269"/>
                    </a:ext>
                  </a:extLst>
                </a:gridCol>
              </a:tblGrid>
              <a:tr h="59622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dirty="0">
                          <a:solidFill>
                            <a:schemeClr val="accent3">
                              <a:lumMod val="95000"/>
                            </a:schemeClr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dirty="0">
                          <a:solidFill>
                            <a:schemeClr val="accent3">
                              <a:lumMod val="95000"/>
                            </a:schemeClr>
                          </a:solidFill>
                        </a:rPr>
                        <a:t>Enrollment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dirty="0">
                          <a:solidFill>
                            <a:schemeClr val="accent3">
                              <a:lumMod val="95000"/>
                            </a:schemeClr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13187"/>
                  </a:ext>
                </a:extLst>
              </a:tr>
              <a:tr h="59622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>
                          <a:solidFill>
                            <a:schemeClr val="accent3">
                              <a:lumMod val="9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>
                          <a:solidFill>
                            <a:schemeClr val="accent3">
                              <a:lumMod val="95000"/>
                            </a:schemeClr>
                          </a:solidFill>
                        </a:rPr>
                        <a:t>23018501210273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>
                          <a:solidFill>
                            <a:schemeClr val="accent3">
                              <a:lumMod val="95000"/>
                            </a:schemeClr>
                          </a:solidFill>
                        </a:rPr>
                        <a:t>Vaghela Purvarajsinh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508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651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23F8857-7EDA-C519-13AF-5667D9A8FA4A}"/>
              </a:ext>
            </a:extLst>
          </p:cNvPr>
          <p:cNvSpPr txBox="1"/>
          <p:nvPr/>
        </p:nvSpPr>
        <p:spPr>
          <a:xfrm>
            <a:off x="2104818" y="2156251"/>
            <a:ext cx="49343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BFD1618D-4FF0-2543-4C1B-9103F87DE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>
            <a:extLst>
              <a:ext uri="{FF2B5EF4-FFF2-40B4-BE49-F238E27FC236}">
                <a16:creationId xmlns:a16="http://schemas.microsoft.com/office/drawing/2014/main" id="{502123C3-5CAE-CA0E-76F1-315405D1A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4469" y="290624"/>
            <a:ext cx="2025503" cy="567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Qurova DEMO Med" pitchFamily="50" charset="0"/>
              </a:rPr>
              <a:t>Introduction</a:t>
            </a:r>
            <a:endParaRPr i="1" dirty="0">
              <a:latin typeface="Qurova DEMO Med" pitchFamily="50" charset="0"/>
              <a:ea typeface="Lora"/>
              <a:cs typeface="Lora"/>
              <a:sym typeface="Lor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A7391C-CC1F-82A3-5781-3AC9A9906022}"/>
              </a:ext>
            </a:extLst>
          </p:cNvPr>
          <p:cNvSpPr txBox="1"/>
          <p:nvPr/>
        </p:nvSpPr>
        <p:spPr>
          <a:xfrm>
            <a:off x="2772086" y="955200"/>
            <a:ext cx="615855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3">
                    <a:lumMod val="95000"/>
                  </a:schemeClr>
                </a:solidFill>
              </a:rPr>
              <a:t>Portify – Automated Portfolio Generator</a:t>
            </a: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 is a web-based application developed using </a:t>
            </a:r>
            <a:r>
              <a:rPr lang="en-US" b="1" dirty="0">
                <a:solidFill>
                  <a:schemeClr val="accent3">
                    <a:lumMod val="95000"/>
                  </a:schemeClr>
                </a:solidFill>
              </a:rPr>
              <a:t>ASP.NET MVC </a:t>
            </a:r>
            <a:r>
              <a:rPr lang="en-IN" b="1" dirty="0">
                <a:solidFill>
                  <a:schemeClr val="accent3">
                    <a:lumMod val="95000"/>
                  </a:schemeClr>
                </a:solidFill>
              </a:rPr>
              <a:t>Framework</a:t>
            </a:r>
            <a:r>
              <a:rPr lang="en-US" b="1" dirty="0">
                <a:solidFill>
                  <a:schemeClr val="accent3">
                    <a:lumMod val="95000"/>
                  </a:schemeClr>
                </a:solidFill>
              </a:rPr>
              <a:t> and SQL Server</a:t>
            </a: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, which helps users create professional portfolio websites in minutes.</a:t>
            </a: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endParaRPr lang="en-US" dirty="0">
              <a:solidFill>
                <a:schemeClr val="accent3">
                  <a:lumMod val="95000"/>
                </a:schemeClr>
              </a:solidFill>
            </a:endParaRP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The system allows users to:</a:t>
            </a:r>
          </a:p>
          <a:p>
            <a:pPr lvl="1">
              <a:buClr>
                <a:schemeClr val="accent3">
                  <a:lumMod val="95000"/>
                </a:schemeClr>
              </a:buClr>
            </a:pP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	</a:t>
            </a:r>
          </a:p>
          <a:p>
            <a:pPr marL="285750" lvl="3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3">
                    <a:lumMod val="95000"/>
                  </a:schemeClr>
                </a:solidFill>
              </a:rPr>
              <a:t>Choose a portfolio template</a:t>
            </a:r>
          </a:p>
          <a:p>
            <a:pPr marL="285750" lvl="3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Enter personal, academic, and project details</a:t>
            </a:r>
          </a:p>
          <a:p>
            <a:pPr marL="285750" lvl="3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Generate an “About Me” section using AI</a:t>
            </a:r>
          </a:p>
          <a:p>
            <a:pPr marL="285750" lvl="3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3">
                    <a:lumMod val="95000"/>
                  </a:schemeClr>
                </a:solidFill>
              </a:rPr>
              <a:t>Preview the portfolio live</a:t>
            </a:r>
          </a:p>
          <a:p>
            <a:pPr marL="285750" lvl="3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Download the complete ready to host portfolio as HTML, CSS, and JavaScript files</a:t>
            </a:r>
          </a:p>
          <a:p>
            <a:pPr marL="285750" lvl="3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Give </a:t>
            </a:r>
            <a:r>
              <a:rPr lang="en-IN" dirty="0">
                <a:solidFill>
                  <a:schemeClr val="accent3">
                    <a:lumMod val="95000"/>
                  </a:schemeClr>
                </a:solidFill>
              </a:rPr>
              <a:t>Feedback To The Admin</a:t>
            </a:r>
            <a:endParaRPr lang="en-US" dirty="0">
              <a:solidFill>
                <a:schemeClr val="accent3">
                  <a:lumMod val="95000"/>
                </a:schemeClr>
              </a:solidFill>
            </a:endParaRPr>
          </a:p>
          <a:p>
            <a:pPr lvl="1">
              <a:buClr>
                <a:schemeClr val="accent3">
                  <a:lumMod val="95000"/>
                </a:schemeClr>
              </a:buClr>
            </a:pPr>
            <a:endParaRPr lang="en-US" dirty="0">
              <a:solidFill>
                <a:schemeClr val="accent3">
                  <a:lumMod val="95000"/>
                </a:schemeClr>
              </a:solidFill>
            </a:endParaRP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The platform also includes an </a:t>
            </a:r>
            <a:r>
              <a:rPr lang="en-US" b="1" dirty="0">
                <a:solidFill>
                  <a:schemeClr val="accent3">
                    <a:lumMod val="95000"/>
                  </a:schemeClr>
                </a:solidFill>
              </a:rPr>
              <a:t>admin panel</a:t>
            </a: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 for managing templates, users, and system statistics and </a:t>
            </a:r>
            <a:r>
              <a:rPr lang="en-IN" dirty="0">
                <a:solidFill>
                  <a:schemeClr val="accent3">
                    <a:lumMod val="95000"/>
                  </a:schemeClr>
                </a:solidFill>
              </a:rPr>
              <a:t>Feedback</a:t>
            </a:r>
            <a:r>
              <a:rPr lang="en-US" dirty="0">
                <a:solidFill>
                  <a:schemeClr val="accent3">
                    <a:lumMod val="9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7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7C4259F5-F140-B292-7995-A7EE75953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>
            <a:spLocks noGrp="1"/>
          </p:cNvSpPr>
          <p:nvPr>
            <p:ph type="title"/>
          </p:nvPr>
        </p:nvSpPr>
        <p:spPr>
          <a:xfrm>
            <a:off x="2483970" y="287965"/>
            <a:ext cx="261381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latin typeface="Qurova DEMO Med" pitchFamily="50" charset="0"/>
              </a:rPr>
              <a:t>Existing System</a:t>
            </a:r>
            <a:endParaRPr i="1" dirty="0">
              <a:latin typeface="Qurova DEMO Med" pitchFamily="50" charset="0"/>
              <a:ea typeface="Lora"/>
              <a:cs typeface="Lora"/>
              <a:sym typeface="Lor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09EAE4-B132-0AB6-5733-A5DD3710AF1A}"/>
              </a:ext>
            </a:extLst>
          </p:cNvPr>
          <p:cNvSpPr txBox="1"/>
          <p:nvPr/>
        </p:nvSpPr>
        <p:spPr>
          <a:xfrm>
            <a:off x="3345179" y="919082"/>
            <a:ext cx="46329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Currently, users create portfolios using:</a:t>
            </a:r>
          </a:p>
          <a:p>
            <a:endParaRPr lang="en-US" sz="1800" dirty="0">
              <a:solidFill>
                <a:schemeClr val="accent3">
                  <a:lumMod val="75000"/>
                </a:schemeClr>
              </a:solidFill>
            </a:endParaRPr>
          </a:p>
          <a:p>
            <a:pPr marL="285750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Manual HTML/CSS coding</a:t>
            </a:r>
          </a:p>
          <a:p>
            <a:pPr marL="285750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Static website builders</a:t>
            </a:r>
          </a:p>
          <a:p>
            <a:pPr marL="285750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Design tools without export options</a:t>
            </a:r>
          </a:p>
          <a:p>
            <a:pPr marL="285750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Paid platforms with limited customization</a:t>
            </a:r>
          </a:p>
          <a:p>
            <a:pPr marL="285750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accent3">
                  <a:lumMod val="95000"/>
                </a:schemeClr>
              </a:solidFill>
            </a:endParaRPr>
          </a:p>
          <a:p>
            <a:pPr marL="342900" indent="-34290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accent3">
                    <a:lumMod val="75000"/>
                  </a:schemeClr>
                </a:solidFill>
              </a:rPr>
              <a:t>Problems with existing systems:</a:t>
            </a:r>
          </a:p>
          <a:p>
            <a:pPr marL="342900" indent="-34290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Ø"/>
            </a:pPr>
            <a:endParaRPr lang="en-IN" sz="1800" dirty="0">
              <a:solidFill>
                <a:schemeClr val="accent3">
                  <a:lumMod val="75000"/>
                </a:schemeClr>
              </a:solidFill>
            </a:endParaRPr>
          </a:p>
          <a:p>
            <a:pPr marL="342900" indent="-34290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Requires technical  knowledge</a:t>
            </a:r>
          </a:p>
          <a:p>
            <a:pPr marL="342900" indent="-34290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Time-consuming</a:t>
            </a:r>
          </a:p>
          <a:p>
            <a:pPr marL="342900" indent="-34290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No AI-assisted content generation</a:t>
            </a:r>
          </a:p>
          <a:p>
            <a:pPr marL="342900" indent="-34290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Limited control over final files</a:t>
            </a:r>
          </a:p>
          <a:p>
            <a:pPr marL="342900" indent="-34290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Expensive subscription-based tools</a:t>
            </a:r>
          </a:p>
        </p:txBody>
      </p:sp>
    </p:spTree>
    <p:extLst>
      <p:ext uri="{BB962C8B-B14F-4D97-AF65-F5344CB8AC3E}">
        <p14:creationId xmlns:p14="http://schemas.microsoft.com/office/powerpoint/2010/main" val="83768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A5D86658-304E-3EE4-AF3E-B758CCFA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>
            <a:extLst>
              <a:ext uri="{FF2B5EF4-FFF2-40B4-BE49-F238E27FC236}">
                <a16:creationId xmlns:a16="http://schemas.microsoft.com/office/drawing/2014/main" id="{F0017226-30BA-1EA4-2EC7-4CF3BB2155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3970" y="287965"/>
            <a:ext cx="409209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Qurova DEMO Med" pitchFamily="50" charset="0"/>
              </a:rPr>
              <a:t>Need for the New System</a:t>
            </a:r>
            <a:endParaRPr i="1" dirty="0">
              <a:latin typeface="Qurova DEMO Med" pitchFamily="50" charset="0"/>
              <a:ea typeface="Lora"/>
              <a:cs typeface="Lora"/>
              <a:sym typeface="Lor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0680AD-C316-E6F0-ADD8-17A1077407A7}"/>
              </a:ext>
            </a:extLst>
          </p:cNvPr>
          <p:cNvSpPr txBox="1"/>
          <p:nvPr/>
        </p:nvSpPr>
        <p:spPr>
          <a:xfrm>
            <a:off x="3230879" y="1048622"/>
            <a:ext cx="4632961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Is easy to use for non-technical users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Saves time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Provides ready-to-host portfolio files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Allows customization through templates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Uses AI to assist users in writing content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100% Free To Use</a:t>
            </a:r>
            <a:endParaRPr lang="en-IN" sz="1800" dirty="0">
              <a:solidFill>
                <a:schemeClr val="accent3">
                  <a:lumMod val="95000"/>
                </a:schemeClr>
              </a:solidFill>
            </a:endParaRPr>
          </a:p>
        </p:txBody>
      </p:sp>
      <p:sp>
        <p:nvSpPr>
          <p:cNvPr id="2" name="Google Shape;275;p35">
            <a:extLst>
              <a:ext uri="{FF2B5EF4-FFF2-40B4-BE49-F238E27FC236}">
                <a16:creationId xmlns:a16="http://schemas.microsoft.com/office/drawing/2014/main" id="{08C8664C-CA1B-26C1-307A-00ECC9B9C860}"/>
              </a:ext>
            </a:extLst>
          </p:cNvPr>
          <p:cNvSpPr txBox="1">
            <a:spLocks/>
          </p:cNvSpPr>
          <p:nvPr/>
        </p:nvSpPr>
        <p:spPr>
          <a:xfrm>
            <a:off x="1493520" y="4064398"/>
            <a:ext cx="6484620" cy="43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nter Tight Light"/>
              <a:buNone/>
              <a:defRPr sz="2500" b="0" i="0" u="none" strike="noStrike" cap="non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>
            <a:r>
              <a:rPr lang="en-US" sz="2000" b="1" dirty="0">
                <a:latin typeface="Qurova DEMO Med" pitchFamily="50" charset="0"/>
              </a:rPr>
              <a:t>Portify</a:t>
            </a:r>
            <a:r>
              <a:rPr lang="en-US" sz="2000" dirty="0">
                <a:latin typeface="Qurova DEMO Med" pitchFamily="50" charset="0"/>
              </a:rPr>
              <a:t> solves all these problems in a single platform.</a:t>
            </a:r>
          </a:p>
        </p:txBody>
      </p:sp>
    </p:spTree>
    <p:extLst>
      <p:ext uri="{BB962C8B-B14F-4D97-AF65-F5344CB8AC3E}">
        <p14:creationId xmlns:p14="http://schemas.microsoft.com/office/powerpoint/2010/main" val="237880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85885585-C3D0-F6A9-50D8-E7469066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>
            <a:extLst>
              <a:ext uri="{FF2B5EF4-FFF2-40B4-BE49-F238E27FC236}">
                <a16:creationId xmlns:a16="http://schemas.microsoft.com/office/drawing/2014/main" id="{DD248241-8B6A-04E6-B7F1-5DD6F56BC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6349" y="463225"/>
            <a:ext cx="4632961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Qurova DEMO Med" pitchFamily="50" charset="0"/>
              </a:rPr>
              <a:t>Objective of the New System</a:t>
            </a:r>
            <a:endParaRPr i="1" dirty="0">
              <a:latin typeface="Qurova DEMO Med" pitchFamily="50" charset="0"/>
              <a:ea typeface="Lora"/>
              <a:cs typeface="Lora"/>
              <a:sym typeface="Lor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2553F-89CF-35AD-CBA5-4CB79727855F}"/>
              </a:ext>
            </a:extLst>
          </p:cNvPr>
          <p:cNvSpPr txBox="1"/>
          <p:nvPr/>
        </p:nvSpPr>
        <p:spPr>
          <a:xfrm>
            <a:off x="2956559" y="1304736"/>
            <a:ext cx="5676901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To automate portfolio website generation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To reduce dependency on coding skills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To provide professional-looking portfolios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To integrate AI for content creation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To allow users to download complete website files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To give admin full control over templates and users</a:t>
            </a:r>
            <a:endParaRPr lang="en-IN" sz="1800" dirty="0">
              <a:solidFill>
                <a:schemeClr val="accent3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37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65011625-A7F0-B732-6798-C3F81B16E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>
            <a:extLst>
              <a:ext uri="{FF2B5EF4-FFF2-40B4-BE49-F238E27FC236}">
                <a16:creationId xmlns:a16="http://schemas.microsoft.com/office/drawing/2014/main" id="{11A70F6C-AEE3-41F7-EDD5-D6B4D39F0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6349" y="463225"/>
            <a:ext cx="4632961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latin typeface="Qurova DEMO Med" pitchFamily="50" charset="0"/>
              </a:rPr>
              <a:t>Problem Definition</a:t>
            </a:r>
            <a:endParaRPr i="1" dirty="0">
              <a:latin typeface="Qurova DEMO Med" pitchFamily="50" charset="0"/>
              <a:ea typeface="Lora"/>
              <a:cs typeface="Lora"/>
              <a:sym typeface="Lor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FA178E-714A-7B37-33D2-E7B989C3E087}"/>
              </a:ext>
            </a:extLst>
          </p:cNvPr>
          <p:cNvSpPr txBox="1"/>
          <p:nvPr/>
        </p:nvSpPr>
        <p:spPr>
          <a:xfrm>
            <a:off x="2880359" y="1143373"/>
            <a:ext cx="5676901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Design and develop a system that enables users to create professional portfolio websites easily, quickly, and efficiently without technical expertise.</a:t>
            </a:r>
            <a:endParaRPr lang="en-IN" sz="1800" dirty="0">
              <a:solidFill>
                <a:schemeClr val="accent3">
                  <a:lumMod val="9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70B7C4-4610-4C6F-5881-15D1E62B8E99}"/>
              </a:ext>
            </a:extLst>
          </p:cNvPr>
          <p:cNvSpPr txBox="1"/>
          <p:nvPr/>
        </p:nvSpPr>
        <p:spPr>
          <a:xfrm>
            <a:off x="2880358" y="2648950"/>
            <a:ext cx="56769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Many students and professionals struggle to create professional portfolios due to:</a:t>
            </a:r>
          </a:p>
          <a:p>
            <a:pPr>
              <a:buClr>
                <a:schemeClr val="accent3">
                  <a:lumMod val="95000"/>
                </a:schemeClr>
              </a:buClr>
            </a:pPr>
            <a:endParaRPr lang="en-US" sz="1800" dirty="0">
              <a:solidFill>
                <a:schemeClr val="accent3">
                  <a:lumMod val="95000"/>
                </a:schemeClr>
              </a:solidFill>
            </a:endParaRPr>
          </a:p>
          <a:p>
            <a:pPr marL="285750" lvl="6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Lack of web development skills</a:t>
            </a:r>
          </a:p>
          <a:p>
            <a:pPr marL="285750" lvl="6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Time constraints</a:t>
            </a:r>
          </a:p>
          <a:p>
            <a:pPr marL="285750" lvl="6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Poor design knowledge</a:t>
            </a:r>
          </a:p>
          <a:p>
            <a:pPr marL="285750" lvl="6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High cost of existing tools</a:t>
            </a:r>
            <a:endParaRPr lang="en-US" sz="1800" dirty="0">
              <a:solidFill>
                <a:schemeClr val="accent3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669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FE4A7BF6-72AE-743C-1716-153E2CF6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>
            <a:extLst>
              <a:ext uri="{FF2B5EF4-FFF2-40B4-BE49-F238E27FC236}">
                <a16:creationId xmlns:a16="http://schemas.microsoft.com/office/drawing/2014/main" id="{6C2C3933-C2DD-6177-2787-A576936421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1589" y="196525"/>
            <a:ext cx="6431431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Qurova DEMO Med" pitchFamily="50" charset="0"/>
              </a:rPr>
              <a:t>Scope of the Project &amp; Core Components</a:t>
            </a:r>
            <a:endParaRPr i="1" dirty="0">
              <a:latin typeface="Qurova DEMO Med" pitchFamily="50" charset="0"/>
              <a:ea typeface="Lora"/>
              <a:cs typeface="Lora"/>
              <a:sym typeface="Lora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7F3BACB-580C-6230-87CE-FDDCCD2AE420}"/>
              </a:ext>
            </a:extLst>
          </p:cNvPr>
          <p:cNvGrpSpPr/>
          <p:nvPr/>
        </p:nvGrpSpPr>
        <p:grpSpPr>
          <a:xfrm>
            <a:off x="2720340" y="818725"/>
            <a:ext cx="5196840" cy="3967103"/>
            <a:chOff x="2720340" y="818725"/>
            <a:chExt cx="5196840" cy="396710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650F81-44D1-68A9-0D74-8E968553D455}"/>
                </a:ext>
              </a:extLst>
            </p:cNvPr>
            <p:cNvSpPr txBox="1"/>
            <p:nvPr/>
          </p:nvSpPr>
          <p:spPr>
            <a:xfrm>
              <a:off x="2720340" y="818725"/>
              <a:ext cx="519684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solidFill>
                    <a:schemeClr val="accent3">
                      <a:lumMod val="75000"/>
                    </a:schemeClr>
                  </a:solidFill>
                  <a:latin typeface="Qurova DEMO Med" pitchFamily="50" charset="0"/>
                </a:rPr>
                <a:t>Scope:</a:t>
              </a:r>
            </a:p>
            <a:p>
              <a:endParaRPr lang="en-IN" sz="1600" dirty="0">
                <a:solidFill>
                  <a:schemeClr val="accent3">
                    <a:lumMod val="75000"/>
                  </a:schemeClr>
                </a:solidFill>
                <a:latin typeface="Qurova DEMO Med" pitchFamily="50" charset="0"/>
              </a:endParaRP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  <a:latin typeface="+mj-lt"/>
                </a:rPr>
                <a:t>Portfolio  creation  using  predefined  templates</a:t>
              </a: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  <a:latin typeface="+mj-lt"/>
                </a:rPr>
                <a:t>AI-based  “About Me” generation</a:t>
              </a: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  <a:latin typeface="+mj-lt"/>
                </a:rPr>
                <a:t>Live  portfolio  preview</a:t>
              </a: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  <a:latin typeface="+mj-lt"/>
                </a:rPr>
                <a:t>File  generation  and  ZIP  download</a:t>
              </a: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  <a:latin typeface="+mj-lt"/>
                </a:rPr>
                <a:t>Admin  management  panel</a:t>
              </a:r>
            </a:p>
            <a:p>
              <a:endParaRPr lang="en-IN" sz="16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392F1B-B07E-7F5C-6AED-73238D067076}"/>
                </a:ext>
              </a:extLst>
            </p:cNvPr>
            <p:cNvSpPr txBox="1"/>
            <p:nvPr/>
          </p:nvSpPr>
          <p:spPr>
            <a:xfrm>
              <a:off x="2720340" y="2723725"/>
              <a:ext cx="519684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solidFill>
                    <a:schemeClr val="accent3">
                      <a:lumMod val="75000"/>
                    </a:schemeClr>
                  </a:solidFill>
                  <a:latin typeface="Qurova DEMO Med" pitchFamily="50" charset="0"/>
                </a:rPr>
                <a:t>Core Components:</a:t>
              </a:r>
            </a:p>
            <a:p>
              <a:endParaRPr lang="en-IN" sz="1600" dirty="0">
                <a:solidFill>
                  <a:schemeClr val="accent3">
                    <a:lumMod val="75000"/>
                  </a:schemeClr>
                </a:solidFill>
                <a:latin typeface="Qurova DEMO Med" pitchFamily="50" charset="0"/>
              </a:endParaRP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</a:rPr>
                <a:t>User Module</a:t>
              </a: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</a:rPr>
                <a:t>Template Management Module</a:t>
              </a: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</a:rPr>
                <a:t>Portfolio Builder Module</a:t>
              </a: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</a:rPr>
                <a:t>AI Content Generator</a:t>
              </a: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</a:rPr>
                <a:t>File Generator &amp; ZIP Export</a:t>
              </a:r>
            </a:p>
            <a:p>
              <a:pPr marL="285750" indent="-285750">
                <a:buClr>
                  <a:schemeClr val="accent3">
                    <a:lumMod val="95000"/>
                  </a:schemeClr>
                </a:buClr>
                <a:buFont typeface="Wingdings" panose="05000000000000000000" pitchFamily="2" charset="2"/>
                <a:buChar char="v"/>
              </a:pPr>
              <a:r>
                <a:rPr lang="en-IN" sz="1600" dirty="0">
                  <a:solidFill>
                    <a:schemeClr val="accent3">
                      <a:lumMod val="95000"/>
                    </a:schemeClr>
                  </a:solidFill>
                </a:rPr>
                <a:t>Admin Dashboard &amp; Analytics</a:t>
              </a:r>
              <a:endParaRPr lang="en-IN" sz="16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745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693971A9-129C-03D3-8E94-3FBBBE9E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9F05FE4-A644-F6BE-EBF6-C8179DBDCE36}"/>
              </a:ext>
            </a:extLst>
          </p:cNvPr>
          <p:cNvSpPr txBox="1"/>
          <p:nvPr/>
        </p:nvSpPr>
        <p:spPr>
          <a:xfrm>
            <a:off x="439480" y="304800"/>
            <a:ext cx="26510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Project Profile</a:t>
            </a:r>
            <a:endParaRPr lang="en-IN" sz="2500" spc="3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7D1CFF-29FC-40E2-7C2A-2B39F5CD189E}"/>
              </a:ext>
            </a:extLst>
          </p:cNvPr>
          <p:cNvSpPr txBox="1"/>
          <p:nvPr/>
        </p:nvSpPr>
        <p:spPr>
          <a:xfrm>
            <a:off x="762000" y="889652"/>
            <a:ext cx="3377848" cy="11144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800" b="1" dirty="0">
                <a:solidFill>
                  <a:schemeClr val="accent3">
                    <a:lumMod val="75000"/>
                  </a:schemeClr>
                </a:solidFill>
              </a:rPr>
              <a:t>Project Name:</a:t>
            </a:r>
            <a:r>
              <a:rPr lang="en-IN" sz="1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Portify</a:t>
            </a:r>
          </a:p>
          <a:p>
            <a:pPr>
              <a:lnSpc>
                <a:spcPct val="200000"/>
              </a:lnSpc>
            </a:pPr>
            <a:r>
              <a:rPr lang="en-IN" sz="1800" b="1" dirty="0">
                <a:solidFill>
                  <a:schemeClr val="accent3">
                    <a:lumMod val="75000"/>
                  </a:schemeClr>
                </a:solidFill>
              </a:rPr>
              <a:t>Project Type:</a:t>
            </a:r>
            <a:r>
              <a:rPr lang="en-IN" sz="1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Web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3F7F84-6036-CD7B-E80C-7AC353632890}"/>
              </a:ext>
            </a:extLst>
          </p:cNvPr>
          <p:cNvSpPr txBox="1"/>
          <p:nvPr/>
        </p:nvSpPr>
        <p:spPr>
          <a:xfrm>
            <a:off x="762000" y="2263973"/>
            <a:ext cx="5384807" cy="22570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chemeClr val="accent3">
                    <a:lumMod val="75000"/>
                  </a:schemeClr>
                </a:solidFill>
              </a:rPr>
              <a:t>Technology Stack:</a:t>
            </a:r>
          </a:p>
          <a:p>
            <a:endParaRPr lang="en-IN" sz="18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285750" lvl="1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Frontend: HTML, CSS, JavaScript, Razor Views</a:t>
            </a:r>
          </a:p>
          <a:p>
            <a:pPr marL="285750" lvl="1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Backend: ASP.NET (C#)</a:t>
            </a:r>
          </a:p>
          <a:p>
            <a:pPr marL="285750" lvl="1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Database: SQL Server (SSMS)</a:t>
            </a:r>
          </a:p>
          <a:p>
            <a:pPr marL="285750" lvl="1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AI Integration: Gemini API</a:t>
            </a:r>
          </a:p>
        </p:txBody>
      </p:sp>
    </p:spTree>
    <p:extLst>
      <p:ext uri="{BB962C8B-B14F-4D97-AF65-F5344CB8AC3E}">
        <p14:creationId xmlns:p14="http://schemas.microsoft.com/office/powerpoint/2010/main" val="3765955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427C8FAB-C4B2-2501-B37B-F789F9508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60ADA87-6029-AB28-B47D-3EB884595751}"/>
              </a:ext>
            </a:extLst>
          </p:cNvPr>
          <p:cNvSpPr txBox="1"/>
          <p:nvPr/>
        </p:nvSpPr>
        <p:spPr>
          <a:xfrm>
            <a:off x="439480" y="304800"/>
            <a:ext cx="6136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Assumptions and Constraints</a:t>
            </a:r>
            <a:endParaRPr lang="en-IN" sz="2500" spc="3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C8379-9DD1-898E-22C4-A9FA7666F664}"/>
              </a:ext>
            </a:extLst>
          </p:cNvPr>
          <p:cNvSpPr txBox="1"/>
          <p:nvPr/>
        </p:nvSpPr>
        <p:spPr>
          <a:xfrm>
            <a:off x="815366" y="1010900"/>
            <a:ext cx="42824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accent3">
                    <a:lumMod val="75000"/>
                  </a:schemeClr>
                </a:solidFill>
                <a:latin typeface="Qurova DEMO Med" pitchFamily="50" charset="0"/>
              </a:rPr>
              <a:t>Assumptions</a:t>
            </a:r>
            <a:r>
              <a:rPr lang="en-IN" sz="1800" b="1" dirty="0">
                <a:solidFill>
                  <a:schemeClr val="accent3">
                    <a:lumMod val="75000"/>
                  </a:schemeClr>
                </a:solidFill>
              </a:rPr>
              <a:t>:</a:t>
            </a:r>
          </a:p>
          <a:p>
            <a:endParaRPr lang="en-IN" sz="18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Users have basic internet access</a:t>
            </a: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Admin uploads valid templates</a:t>
            </a: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95000"/>
                  </a:schemeClr>
                </a:solidFill>
              </a:rPr>
              <a:t>AI API is available and responsive</a:t>
            </a:r>
          </a:p>
          <a:p>
            <a:pPr lvl="1">
              <a:buClr>
                <a:schemeClr val="accent3">
                  <a:lumMod val="95000"/>
                </a:schemeClr>
              </a:buClr>
            </a:pPr>
            <a:endParaRPr lang="en-US" sz="1800" dirty="0">
              <a:solidFill>
                <a:schemeClr val="accent3">
                  <a:lumMod val="95000"/>
                </a:schemeClr>
              </a:solidFill>
            </a:endParaRPr>
          </a:p>
          <a:p>
            <a:pPr lvl="1">
              <a:buClr>
                <a:schemeClr val="accent3">
                  <a:lumMod val="95000"/>
                </a:schemeClr>
              </a:buClr>
            </a:pPr>
            <a:r>
              <a:rPr lang="en-IN" sz="1800" dirty="0">
                <a:solidFill>
                  <a:schemeClr val="accent3">
                    <a:lumMod val="75000"/>
                  </a:schemeClr>
                </a:solidFill>
                <a:latin typeface="Qurova DEMO Med" pitchFamily="50" charset="0"/>
              </a:rPr>
              <a:t>Constraints:</a:t>
            </a:r>
          </a:p>
          <a:p>
            <a:pPr lvl="1">
              <a:buClr>
                <a:schemeClr val="accent3">
                  <a:lumMod val="95000"/>
                </a:schemeClr>
              </a:buClr>
            </a:pPr>
            <a:endParaRPr lang="en-IN" sz="1800" dirty="0">
              <a:solidFill>
                <a:schemeClr val="accent3">
                  <a:lumMod val="75000"/>
                </a:schemeClr>
              </a:solidFill>
              <a:latin typeface="Qurova DEMO Med" pitchFamily="50" charset="0"/>
            </a:endParaRP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Internet dependency</a:t>
            </a: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API usage limits</a:t>
            </a: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Limited customization beyond templates</a:t>
            </a:r>
          </a:p>
          <a:p>
            <a:pPr marL="285750" lvl="1" indent="-285750"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Initial templates are predefined</a:t>
            </a:r>
            <a:endParaRPr lang="en-IN" sz="18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11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37E08B32-93E1-D48A-B8D2-53AF1AA22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F02E817-11A1-E78C-8642-FD9664FF9476}"/>
              </a:ext>
            </a:extLst>
          </p:cNvPr>
          <p:cNvSpPr txBox="1"/>
          <p:nvPr/>
        </p:nvSpPr>
        <p:spPr>
          <a:xfrm>
            <a:off x="149920" y="247293"/>
            <a:ext cx="80873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Advantages and Limitations of the Proposed System</a:t>
            </a:r>
            <a:endParaRPr lang="en-IN" sz="2500" spc="3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95F9FA-393F-E6D8-ED77-9CA81E72444F}"/>
              </a:ext>
            </a:extLst>
          </p:cNvPr>
          <p:cNvSpPr txBox="1"/>
          <p:nvPr/>
        </p:nvSpPr>
        <p:spPr>
          <a:xfrm>
            <a:off x="210880" y="1219200"/>
            <a:ext cx="3525324" cy="3100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accent3">
                    <a:lumMod val="75000"/>
                  </a:schemeClr>
                </a:solidFill>
                <a:latin typeface="Qurova DEMO Med" pitchFamily="50" charset="0"/>
              </a:rPr>
              <a:t>Advantages</a:t>
            </a:r>
            <a:r>
              <a:rPr lang="en-IN" sz="18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:</a:t>
            </a:r>
          </a:p>
          <a:p>
            <a:endParaRPr lang="en-IN" sz="18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Easy to use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No coding required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AI-assisted content creation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Ready-to-deploy portfolio files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Time-efficient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Scalable system</a:t>
            </a:r>
            <a:endParaRPr lang="en-IN" sz="18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58BD4-524D-77E5-2D8D-30626FDF005D}"/>
              </a:ext>
            </a:extLst>
          </p:cNvPr>
          <p:cNvSpPr txBox="1"/>
          <p:nvPr/>
        </p:nvSpPr>
        <p:spPr>
          <a:xfrm>
            <a:off x="3998020" y="1219200"/>
            <a:ext cx="3525324" cy="3100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accent3">
                    <a:lumMod val="75000"/>
                  </a:schemeClr>
                </a:solidFill>
                <a:latin typeface="Qurova DEMO Med" pitchFamily="50" charset="0"/>
              </a:rPr>
              <a:t>Limitations</a:t>
            </a:r>
            <a:r>
              <a:rPr lang="en-IN" sz="18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:</a:t>
            </a:r>
          </a:p>
          <a:p>
            <a:endParaRPr lang="en-IN" sz="18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Dependent on template structure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Requires internet  connectivity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AI-generated content may  need manual editing</a:t>
            </a:r>
            <a:endParaRPr lang="en-IN" sz="18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823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72A811A5-AD99-107C-7248-CE15E0A39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6DB2AA5-2183-8C8D-FCD9-0EB101D80A89}"/>
              </a:ext>
            </a:extLst>
          </p:cNvPr>
          <p:cNvSpPr txBox="1"/>
          <p:nvPr/>
        </p:nvSpPr>
        <p:spPr>
          <a:xfrm>
            <a:off x="307567" y="1925419"/>
            <a:ext cx="8528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Requirement Determination &amp; Analysis</a:t>
            </a:r>
            <a:endParaRPr lang="en-IN" sz="3600" spc="3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848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F6933BE8-20F9-F820-FFBD-5CEFE35F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3F1823B-56EF-98D4-BD05-62491846B0CA}"/>
              </a:ext>
            </a:extLst>
          </p:cNvPr>
          <p:cNvSpPr txBox="1"/>
          <p:nvPr/>
        </p:nvSpPr>
        <p:spPr>
          <a:xfrm>
            <a:off x="149920" y="247293"/>
            <a:ext cx="808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Requirement Determination &amp; Analysis</a:t>
            </a:r>
            <a:endParaRPr lang="en-IN" sz="2500" spc="3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8DDC67-D973-6D1D-F283-971B72B39C09}"/>
              </a:ext>
            </a:extLst>
          </p:cNvPr>
          <p:cNvSpPr txBox="1"/>
          <p:nvPr/>
        </p:nvSpPr>
        <p:spPr>
          <a:xfrm>
            <a:off x="210880" y="1219200"/>
            <a:ext cx="3525324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accent3">
                    <a:lumMod val="75000"/>
                  </a:schemeClr>
                </a:solidFill>
                <a:latin typeface="Qurova DEMO Med" pitchFamily="50" charset="0"/>
              </a:rPr>
              <a:t>Functional Requirements:</a:t>
            </a:r>
          </a:p>
          <a:p>
            <a:endParaRPr lang="en-IN" sz="18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User registration and login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Template selection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Dynamic form generation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AI content generation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Live preview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Portfolio download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Admin template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46767-38CE-7A18-5667-DB2313638928}"/>
              </a:ext>
            </a:extLst>
          </p:cNvPr>
          <p:cNvSpPr txBox="1"/>
          <p:nvPr/>
        </p:nvSpPr>
        <p:spPr>
          <a:xfrm>
            <a:off x="3998020" y="1219200"/>
            <a:ext cx="3525324" cy="2689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accent3">
                    <a:lumMod val="75000"/>
                  </a:schemeClr>
                </a:solidFill>
                <a:latin typeface="Qurova DEMO Med" pitchFamily="50" charset="0"/>
              </a:rPr>
              <a:t>Non-Functional Requirements:</a:t>
            </a:r>
          </a:p>
          <a:p>
            <a:endParaRPr lang="en-IN" sz="18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Security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Performance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Scalability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Usability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Maintainability</a:t>
            </a:r>
            <a:endParaRPr lang="en-IN" sz="1800" dirty="0">
              <a:solidFill>
                <a:schemeClr val="accent3">
                  <a:lumMod val="95000"/>
                </a:schemeClr>
              </a:solidFill>
              <a:latin typeface="Qurova DEMO M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699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DDC33756-12F9-C29E-2B7A-97CA534B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73F7E4C-406F-C442-9175-01A59B894A6F}"/>
              </a:ext>
            </a:extLst>
          </p:cNvPr>
          <p:cNvSpPr txBox="1"/>
          <p:nvPr/>
        </p:nvSpPr>
        <p:spPr>
          <a:xfrm>
            <a:off x="210880" y="361593"/>
            <a:ext cx="808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Targeted Users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C86346-07E6-850C-B050-CEAEEA102E15}"/>
              </a:ext>
            </a:extLst>
          </p:cNvPr>
          <p:cNvSpPr txBox="1"/>
          <p:nvPr/>
        </p:nvSpPr>
        <p:spPr>
          <a:xfrm>
            <a:off x="210880" y="1219200"/>
            <a:ext cx="6334700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College students</a:t>
            </a:r>
          </a:p>
          <a:p>
            <a:pPr marL="285750" indent="-285750">
              <a:lnSpc>
                <a:spcPct val="20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Freshers</a:t>
            </a:r>
          </a:p>
          <a:p>
            <a:pPr marL="285750" indent="-285750">
              <a:lnSpc>
                <a:spcPct val="20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Job seekers</a:t>
            </a:r>
          </a:p>
          <a:p>
            <a:pPr marL="285750" indent="-285750">
              <a:lnSpc>
                <a:spcPct val="20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Freelancers</a:t>
            </a:r>
          </a:p>
          <a:p>
            <a:pPr marL="285750" indent="-285750">
              <a:lnSpc>
                <a:spcPct val="20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Professionals</a:t>
            </a:r>
          </a:p>
          <a:p>
            <a:pPr marL="285750" indent="-285750">
              <a:lnSpc>
                <a:spcPct val="200000"/>
              </a:lnSpc>
              <a:buClr>
                <a:schemeClr val="accent3">
                  <a:lumMod val="9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accent3">
                    <a:lumMod val="95000"/>
                  </a:schemeClr>
                </a:solidFill>
              </a:rPr>
              <a:t>People Who Are Not Familiar With Coding</a:t>
            </a:r>
          </a:p>
        </p:txBody>
      </p:sp>
    </p:spTree>
    <p:extLst>
      <p:ext uri="{BB962C8B-B14F-4D97-AF65-F5344CB8AC3E}">
        <p14:creationId xmlns:p14="http://schemas.microsoft.com/office/powerpoint/2010/main" val="3515504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81AF5E27-58D9-3C43-E264-E56661CE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7616261-BD67-E2C2-48F4-3F30ACEC80B5}"/>
              </a:ext>
            </a:extLst>
          </p:cNvPr>
          <p:cNvSpPr txBox="1"/>
          <p:nvPr/>
        </p:nvSpPr>
        <p:spPr>
          <a:xfrm>
            <a:off x="1908450" y="1965751"/>
            <a:ext cx="5327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664588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835AC0F-D310-1ECE-E152-63E54B735E0B}"/>
              </a:ext>
            </a:extLst>
          </p:cNvPr>
          <p:cNvSpPr txBox="1"/>
          <p:nvPr/>
        </p:nvSpPr>
        <p:spPr>
          <a:xfrm>
            <a:off x="53340" y="91440"/>
            <a:ext cx="2794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12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Use Case Diagram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B3B1136-1DF7-2A60-C581-1B33E48C5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71500"/>
            <a:ext cx="82448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45D1F369-C670-472E-699C-816764D3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B15C611D-7D7C-AF16-4818-B9B4C5052176}"/>
              </a:ext>
            </a:extLst>
          </p:cNvPr>
          <p:cNvSpPr txBox="1"/>
          <p:nvPr/>
        </p:nvSpPr>
        <p:spPr>
          <a:xfrm>
            <a:off x="53340" y="91440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13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25183-7561-55BE-2277-66AEFC52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86" y="591266"/>
            <a:ext cx="8257101" cy="446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71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3B0F2CF2-7D3C-47E4-D9BA-7FF02D669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53374C68-B569-41EF-8265-7D59E9DB10B0}"/>
              </a:ext>
            </a:extLst>
          </p:cNvPr>
          <p:cNvSpPr txBox="1"/>
          <p:nvPr/>
        </p:nvSpPr>
        <p:spPr>
          <a:xfrm>
            <a:off x="53340" y="91440"/>
            <a:ext cx="7555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14.1. 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Intersection</a:t>
            </a:r>
            <a:r>
              <a:rPr lang="en-US" b="1" dirty="0"/>
              <a:t>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 Diagram (user Login/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Register, Admin Login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C0D9DE-C1CE-E692-991C-95BD5CFFD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510" y="543140"/>
            <a:ext cx="6897737" cy="45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90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4E857B7E-FB5A-1663-B7A6-0BB19B1B7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46A3B263-8792-8A1F-EC61-3C21E0B4E0B8}"/>
              </a:ext>
            </a:extLst>
          </p:cNvPr>
          <p:cNvSpPr txBox="1"/>
          <p:nvPr/>
        </p:nvSpPr>
        <p:spPr>
          <a:xfrm>
            <a:off x="53340" y="91440"/>
            <a:ext cx="4163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14.2. 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Intersection</a:t>
            </a:r>
            <a:r>
              <a:rPr lang="en-US" b="1" dirty="0"/>
              <a:t>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 Diagram (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User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854A0-79CE-0E9B-6D01-1DB41E6E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94" y="491550"/>
            <a:ext cx="8876211" cy="456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90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ABFEFF99-A538-60D7-52D6-7D5714D8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51E2E9E0-F2D1-8B90-FD6A-35B7C41DDA35}"/>
              </a:ext>
            </a:extLst>
          </p:cNvPr>
          <p:cNvSpPr txBox="1"/>
          <p:nvPr/>
        </p:nvSpPr>
        <p:spPr>
          <a:xfrm>
            <a:off x="53340" y="91440"/>
            <a:ext cx="4378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14.4. 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Intersection</a:t>
            </a:r>
            <a:r>
              <a:rPr lang="en-US" b="1" dirty="0"/>
              <a:t>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 Diagram (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Admin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6AA891-174C-93F4-AE33-5CD021A8A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55" y="491550"/>
            <a:ext cx="8717738" cy="449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55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8E3264B8-1933-3BB0-156D-7802F276F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6265395F-AC40-8434-079C-2FF2AE6711BF}"/>
              </a:ext>
            </a:extLst>
          </p:cNvPr>
          <p:cNvSpPr txBox="1"/>
          <p:nvPr/>
        </p:nvSpPr>
        <p:spPr>
          <a:xfrm>
            <a:off x="53340" y="91440"/>
            <a:ext cx="2823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15.1.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Activity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10B1E9-2D7D-82FD-43F1-5631A0988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47" y="491547"/>
            <a:ext cx="3675542" cy="45605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34C9D6-879D-E568-956B-8D3F7DEB3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278" y="491547"/>
            <a:ext cx="3999700" cy="456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94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4EEE41A1-64DC-E24E-FA1F-3BFD4441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17694B2E-D63B-5844-51F3-F4D927422A26}"/>
              </a:ext>
            </a:extLst>
          </p:cNvPr>
          <p:cNvSpPr txBox="1"/>
          <p:nvPr/>
        </p:nvSpPr>
        <p:spPr>
          <a:xfrm>
            <a:off x="53340" y="91440"/>
            <a:ext cx="2823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15.2.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Activity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1DC59-6F7B-853D-1215-E98BE923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906" y="491550"/>
            <a:ext cx="4534187" cy="447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26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B54D0B37-B0AA-7EEB-43C4-E7526BAF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78525EDE-A610-F9D2-0D34-7D0AA93E1007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EB0CF6-C2CD-A2C5-B0CF-DBEED8B21A2F}"/>
              </a:ext>
            </a:extLst>
          </p:cNvPr>
          <p:cNvSpPr txBox="1"/>
          <p:nvPr/>
        </p:nvSpPr>
        <p:spPr>
          <a:xfrm>
            <a:off x="53340" y="543140"/>
            <a:ext cx="6550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IN" sz="1600" b="0" dirty="0"/>
              <a:t>Users</a:t>
            </a:r>
          </a:p>
          <a:p>
            <a:r>
              <a:rPr lang="en-IN" sz="1600" dirty="0"/>
              <a:t>Purpose: </a:t>
            </a:r>
            <a:r>
              <a:rPr lang="en-IN" sz="1600" b="0" dirty="0"/>
              <a:t>Stores information about users (Admins and regular Users).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E82061-D7F4-01D8-9607-0B13C2B5C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147195"/>
              </p:ext>
            </p:extLst>
          </p:nvPr>
        </p:nvGraphicFramePr>
        <p:xfrm>
          <a:off x="226879" y="1400033"/>
          <a:ext cx="8655865" cy="3416296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1203160">
                  <a:extLst>
                    <a:ext uri="{9D8B030D-6E8A-4147-A177-3AD203B41FA5}">
                      <a16:colId xmlns:a16="http://schemas.microsoft.com/office/drawing/2014/main" val="448220465"/>
                    </a:ext>
                  </a:extLst>
                </a:gridCol>
                <a:gridCol w="1540042">
                  <a:extLst>
                    <a:ext uri="{9D8B030D-6E8A-4147-A177-3AD203B41FA5}">
                      <a16:colId xmlns:a16="http://schemas.microsoft.com/office/drawing/2014/main" val="2305402158"/>
                    </a:ext>
                  </a:extLst>
                </a:gridCol>
                <a:gridCol w="2626322">
                  <a:extLst>
                    <a:ext uri="{9D8B030D-6E8A-4147-A177-3AD203B41FA5}">
                      <a16:colId xmlns:a16="http://schemas.microsoft.com/office/drawing/2014/main" val="3780971392"/>
                    </a:ext>
                  </a:extLst>
                </a:gridCol>
                <a:gridCol w="3286341">
                  <a:extLst>
                    <a:ext uri="{9D8B030D-6E8A-4147-A177-3AD203B41FA5}">
                      <a16:colId xmlns:a16="http://schemas.microsoft.com/office/drawing/2014/main" val="1879646297"/>
                    </a:ext>
                  </a:extLst>
                </a:gridCol>
              </a:tblGrid>
              <a:tr h="427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4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4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4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4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49848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each user.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extLst>
                  <a:ext uri="{0D108BD9-81ED-4DB2-BD59-A6C34878D82A}">
                    <a16:rowId xmlns:a16="http://schemas.microsoft.com/office/drawing/2014/main" val="1239724180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FullName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NVARCHAR(100)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NOT NULL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The user's full name.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extLst>
                  <a:ext uri="{0D108BD9-81ED-4DB2-BD59-A6C34878D82A}">
                    <a16:rowId xmlns:a16="http://schemas.microsoft.com/office/drawing/2014/main" val="2229005925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Email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NVARCHAR(100)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NOT NULL, UNIQUE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User's email address used for login.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extLst>
                  <a:ext uri="{0D108BD9-81ED-4DB2-BD59-A6C34878D82A}">
                    <a16:rowId xmlns:a16="http://schemas.microsoft.com/office/drawing/2014/main" val="1297838687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PasswordHash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Hashed version of the user's password.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extLst>
                  <a:ext uri="{0D108BD9-81ED-4DB2-BD59-A6C34878D82A}">
                    <a16:rowId xmlns:a16="http://schemas.microsoft.com/office/drawing/2014/main" val="2553510573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Role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NVARCHAR(20)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NOT NULL, CHECK (Admin/User)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Defines user access level (Admin or User).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extLst>
                  <a:ext uri="{0D108BD9-81ED-4DB2-BD59-A6C34878D82A}">
                    <a16:rowId xmlns:a16="http://schemas.microsoft.com/office/drawing/2014/main" val="182839779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IsBlocked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BIT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DEFAULT(0)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Indicates if the user is blocked from the system.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extLst>
                  <a:ext uri="{0D108BD9-81ED-4DB2-BD59-A6C34878D82A}">
                    <a16:rowId xmlns:a16="http://schemas.microsoft.com/office/drawing/2014/main" val="2350849667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CreatedAt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DATETIME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DEFAULT(GETDATE())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The date and time when the user registered.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8822" marR="38822" marT="0" marB="0" anchor="ctr"/>
                </a:tc>
                <a:extLst>
                  <a:ext uri="{0D108BD9-81ED-4DB2-BD59-A6C34878D82A}">
                    <a16:rowId xmlns:a16="http://schemas.microsoft.com/office/drawing/2014/main" val="1967663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467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7B25C264-8CB9-8392-2809-A53366CA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10E460BB-EAA1-822A-358B-2D782DAB657A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CE29D7-E3C3-E91D-9961-20AFB79790FE}"/>
              </a:ext>
            </a:extLst>
          </p:cNvPr>
          <p:cNvSpPr txBox="1"/>
          <p:nvPr/>
        </p:nvSpPr>
        <p:spPr>
          <a:xfrm>
            <a:off x="53340" y="460586"/>
            <a:ext cx="52581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IN" sz="1600" b="0" dirty="0"/>
              <a:t>Templates</a:t>
            </a:r>
          </a:p>
          <a:p>
            <a:r>
              <a:rPr lang="en-IN" sz="1600" dirty="0"/>
              <a:t>Purpose: </a:t>
            </a:r>
            <a:r>
              <a:rPr lang="en-US" sz="1600" kern="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Stores metadata for available portfolio templates</a:t>
            </a:r>
            <a:r>
              <a:rPr lang="en-IN" sz="1600" b="0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279E6D-7D24-265C-E908-033EB09A2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951648"/>
              </p:ext>
            </p:extLst>
          </p:nvPr>
        </p:nvGraphicFramePr>
        <p:xfrm>
          <a:off x="302508" y="1154209"/>
          <a:ext cx="8538984" cy="3931917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1333786">
                  <a:extLst>
                    <a:ext uri="{9D8B030D-6E8A-4147-A177-3AD203B41FA5}">
                      <a16:colId xmlns:a16="http://schemas.microsoft.com/office/drawing/2014/main" val="1993347380"/>
                    </a:ext>
                  </a:extLst>
                </a:gridCol>
                <a:gridCol w="1485040">
                  <a:extLst>
                    <a:ext uri="{9D8B030D-6E8A-4147-A177-3AD203B41FA5}">
                      <a16:colId xmlns:a16="http://schemas.microsoft.com/office/drawing/2014/main" val="3329647211"/>
                    </a:ext>
                  </a:extLst>
                </a:gridCol>
                <a:gridCol w="2028181">
                  <a:extLst>
                    <a:ext uri="{9D8B030D-6E8A-4147-A177-3AD203B41FA5}">
                      <a16:colId xmlns:a16="http://schemas.microsoft.com/office/drawing/2014/main" val="857815785"/>
                    </a:ext>
                  </a:extLst>
                </a:gridCol>
                <a:gridCol w="3691977">
                  <a:extLst>
                    <a:ext uri="{9D8B030D-6E8A-4147-A177-3AD203B41FA5}">
                      <a16:colId xmlns:a16="http://schemas.microsoft.com/office/drawing/2014/main" val="2394883968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05595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the template.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227309869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TemplateName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NVARCHAR(100)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Name of the template design.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1837446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Brief description of the template's style.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219917705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ThumbnailPath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Path to the preview image for the template.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394138584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HtmlPath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Path to the base HTML file for generation.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207277389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CssPath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Path to the associated CSS file.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428222258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JsPath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Path to the associated JavaScript file.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259649353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ConfigPath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Path to the template configuration file.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343286783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IsActive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BIT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DEFAULT(1)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Flag to show/hide the template for selection.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226778312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CreatedAt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DATETIME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DEFAULT(GETDATE())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 the template was added.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25410" marR="25410" marT="0" marB="0" anchor="ctr"/>
                </a:tc>
                <a:extLst>
                  <a:ext uri="{0D108BD9-81ED-4DB2-BD59-A6C34878D82A}">
                    <a16:rowId xmlns:a16="http://schemas.microsoft.com/office/drawing/2014/main" val="352630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649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CF87A63F-6CDF-21B0-0E50-E9EFA358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1AD50A3F-1938-B777-5F57-CD7758515ED9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B1878-AECA-FAA4-A810-BAB19126213B}"/>
              </a:ext>
            </a:extLst>
          </p:cNvPr>
          <p:cNvSpPr txBox="1"/>
          <p:nvPr/>
        </p:nvSpPr>
        <p:spPr>
          <a:xfrm>
            <a:off x="53340" y="543140"/>
            <a:ext cx="58673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US" sz="1600" b="0" dirty="0"/>
              <a:t>Portfolios</a:t>
            </a:r>
            <a:endParaRPr lang="en-IN" sz="1600" b="0" dirty="0"/>
          </a:p>
          <a:p>
            <a:r>
              <a:rPr lang="en-IN" sz="1600" dirty="0"/>
              <a:t>Purpose: </a:t>
            </a:r>
            <a:r>
              <a:rPr lang="en-US" sz="1600" b="0" dirty="0"/>
              <a:t>Stores the core portfolio instances created by users.</a:t>
            </a:r>
            <a:endParaRPr lang="en-IN" sz="1600" b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2562E8-FE38-3890-0682-88FB8077B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890418"/>
              </p:ext>
            </p:extLst>
          </p:nvPr>
        </p:nvGraphicFramePr>
        <p:xfrm>
          <a:off x="233757" y="1429719"/>
          <a:ext cx="8277726" cy="3416301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1182532">
                  <a:extLst>
                    <a:ext uri="{9D8B030D-6E8A-4147-A177-3AD203B41FA5}">
                      <a16:colId xmlns:a16="http://schemas.microsoft.com/office/drawing/2014/main" val="4067638814"/>
                    </a:ext>
                  </a:extLst>
                </a:gridCol>
                <a:gridCol w="1519416">
                  <a:extLst>
                    <a:ext uri="{9D8B030D-6E8A-4147-A177-3AD203B41FA5}">
                      <a16:colId xmlns:a16="http://schemas.microsoft.com/office/drawing/2014/main" val="1423085833"/>
                    </a:ext>
                  </a:extLst>
                </a:gridCol>
                <a:gridCol w="2297618">
                  <a:extLst>
                    <a:ext uri="{9D8B030D-6E8A-4147-A177-3AD203B41FA5}">
                      <a16:colId xmlns:a16="http://schemas.microsoft.com/office/drawing/2014/main" val="1649448276"/>
                    </a:ext>
                  </a:extLst>
                </a:gridCol>
                <a:gridCol w="3278160">
                  <a:extLst>
                    <a:ext uri="{9D8B030D-6E8A-4147-A177-3AD203B41FA5}">
                      <a16:colId xmlns:a16="http://schemas.microsoft.com/office/drawing/2014/main" val="1318592417"/>
                    </a:ext>
                  </a:extLst>
                </a:gridCol>
              </a:tblGrid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41533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the portfolio.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extLst>
                  <a:ext uri="{0D108BD9-81ED-4DB2-BD59-A6C34878D82A}">
                    <a16:rowId xmlns:a16="http://schemas.microsoft.com/office/drawing/2014/main" val="3222249873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UserId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(Users.Id)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 of the user who owns the portfolio.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extLst>
                  <a:ext uri="{0D108BD9-81ED-4DB2-BD59-A6C34878D82A}">
                    <a16:rowId xmlns:a16="http://schemas.microsoft.com/office/drawing/2014/main" val="3211899081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TemplateId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(Templates.Id)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 of the selected template.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extLst>
                  <a:ext uri="{0D108BD9-81ED-4DB2-BD59-A6C34878D82A}">
                    <a16:rowId xmlns:a16="http://schemas.microsoft.com/office/drawing/2014/main" val="1585172701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Title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NVARCHAR(150)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User-defined title for the portfolio.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extLst>
                  <a:ext uri="{0D108BD9-81ED-4DB2-BD59-A6C34878D82A}">
                    <a16:rowId xmlns:a16="http://schemas.microsoft.com/office/drawing/2014/main" val="2798840829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AboutMe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NVARCHAR(MAX)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"About Me" section content.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extLst>
                  <a:ext uri="{0D108BD9-81ED-4DB2-BD59-A6C34878D82A}">
                    <a16:rowId xmlns:a16="http://schemas.microsoft.com/office/drawing/2014/main" val="575751436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CreatedAt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DATETIME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DEFAULT(GETDATE())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 when the portfolio was generated.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8192" marR="48192" marT="0" marB="0" anchor="ctr"/>
                </a:tc>
                <a:extLst>
                  <a:ext uri="{0D108BD9-81ED-4DB2-BD59-A6C34878D82A}">
                    <a16:rowId xmlns:a16="http://schemas.microsoft.com/office/drawing/2014/main" val="3306440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093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6F2BE848-746B-FDD1-B00A-F7EA80F7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6364ABDC-B146-3897-2005-CB71899C09EF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0AEE91-10EC-07B2-A909-212639FDB05F}"/>
              </a:ext>
            </a:extLst>
          </p:cNvPr>
          <p:cNvSpPr txBox="1"/>
          <p:nvPr/>
        </p:nvSpPr>
        <p:spPr>
          <a:xfrm>
            <a:off x="53340" y="440013"/>
            <a:ext cx="61831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US" sz="1600" b="0" dirty="0"/>
              <a:t>PortfolioPersonalInfo</a:t>
            </a:r>
            <a:endParaRPr lang="en-IN" sz="1600" b="0" dirty="0"/>
          </a:p>
          <a:p>
            <a:r>
              <a:rPr lang="en-IN" sz="1600" dirty="0"/>
              <a:t>Purpose: </a:t>
            </a:r>
            <a:r>
              <a:rPr lang="en-US" sz="1600" b="0" dirty="0"/>
              <a:t>Stores personal details specific to a generated portfolio.</a:t>
            </a:r>
            <a:endParaRPr lang="en-IN" sz="1600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08787E-C35D-949C-8E13-C93EEC86D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532488"/>
              </p:ext>
            </p:extLst>
          </p:nvPr>
        </p:nvGraphicFramePr>
        <p:xfrm>
          <a:off x="422824" y="1226989"/>
          <a:ext cx="8298352" cy="3825072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1072791">
                  <a:extLst>
                    <a:ext uri="{9D8B030D-6E8A-4147-A177-3AD203B41FA5}">
                      <a16:colId xmlns:a16="http://schemas.microsoft.com/office/drawing/2014/main" val="2726440409"/>
                    </a:ext>
                  </a:extLst>
                </a:gridCol>
                <a:gridCol w="1759062">
                  <a:extLst>
                    <a:ext uri="{9D8B030D-6E8A-4147-A177-3AD203B41FA5}">
                      <a16:colId xmlns:a16="http://schemas.microsoft.com/office/drawing/2014/main" val="707590901"/>
                    </a:ext>
                  </a:extLst>
                </a:gridCol>
                <a:gridCol w="2768746">
                  <a:extLst>
                    <a:ext uri="{9D8B030D-6E8A-4147-A177-3AD203B41FA5}">
                      <a16:colId xmlns:a16="http://schemas.microsoft.com/office/drawing/2014/main" val="2016462298"/>
                    </a:ext>
                  </a:extLst>
                </a:gridCol>
                <a:gridCol w="2697753">
                  <a:extLst>
                    <a:ext uri="{9D8B030D-6E8A-4147-A177-3AD203B41FA5}">
                      <a16:colId xmlns:a16="http://schemas.microsoft.com/office/drawing/2014/main" val="4150198690"/>
                    </a:ext>
                  </a:extLst>
                </a:gridCol>
              </a:tblGrid>
              <a:tr h="42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79648"/>
                  </a:ext>
                </a:extLst>
              </a:tr>
              <a:tr h="42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the entry.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extLst>
                  <a:ext uri="{0D108BD9-81ED-4DB2-BD59-A6C34878D82A}">
                    <a16:rowId xmlns:a16="http://schemas.microsoft.com/office/drawing/2014/main" val="2374176039"/>
                  </a:ext>
                </a:extLst>
              </a:tr>
              <a:tr h="42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PortfolioId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(Portfolios.Id)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Links info to a specific portfolio.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extLst>
                  <a:ext uri="{0D108BD9-81ED-4DB2-BD59-A6C34878D82A}">
                    <a16:rowId xmlns:a16="http://schemas.microsoft.com/office/drawing/2014/main" val="1007058108"/>
                  </a:ext>
                </a:extLst>
              </a:tr>
              <a:tr h="42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FullName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NVARCHAR(100)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Name to display on the portfolio.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extLst>
                  <a:ext uri="{0D108BD9-81ED-4DB2-BD59-A6C34878D82A}">
                    <a16:rowId xmlns:a16="http://schemas.microsoft.com/office/drawing/2014/main" val="25997839"/>
                  </a:ext>
                </a:extLst>
              </a:tr>
              <a:tr h="42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Profession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NVARCHAR(100)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Professional title (e.g., Full Stack Dev).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extLst>
                  <a:ext uri="{0D108BD9-81ED-4DB2-BD59-A6C34878D82A}">
                    <a16:rowId xmlns:a16="http://schemas.microsoft.com/office/drawing/2014/main" val="1908539208"/>
                  </a:ext>
                </a:extLst>
              </a:tr>
              <a:tr h="42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Email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NVARCHAR(100)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Contact email for the portfolio visitor.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extLst>
                  <a:ext uri="{0D108BD9-81ED-4DB2-BD59-A6C34878D82A}">
                    <a16:rowId xmlns:a16="http://schemas.microsoft.com/office/drawing/2014/main" val="1475929685"/>
                  </a:ext>
                </a:extLst>
              </a:tr>
              <a:tr h="42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Phone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Contact phone number.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extLst>
                  <a:ext uri="{0D108BD9-81ED-4DB2-BD59-A6C34878D82A}">
                    <a16:rowId xmlns:a16="http://schemas.microsoft.com/office/drawing/2014/main" val="3757996558"/>
                  </a:ext>
                </a:extLst>
              </a:tr>
              <a:tr h="42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Location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NVARCHAR(100)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User's location (City, Country).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extLst>
                  <a:ext uri="{0D108BD9-81ED-4DB2-BD59-A6C34878D82A}">
                    <a16:rowId xmlns:a16="http://schemas.microsoft.com/office/drawing/2014/main" val="2647375527"/>
                  </a:ext>
                </a:extLst>
              </a:tr>
              <a:tr h="425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ProfileImagePath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Path to the uploaded profile picture.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1763" marR="31763" marT="0" marB="0" anchor="ctr"/>
                </a:tc>
                <a:extLst>
                  <a:ext uri="{0D108BD9-81ED-4DB2-BD59-A6C34878D82A}">
                    <a16:rowId xmlns:a16="http://schemas.microsoft.com/office/drawing/2014/main" val="3363429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8948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60E8F122-6411-4955-9C18-274B56F9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47609A9F-D5ED-97D7-427A-3965D9F26CF3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B70B8B-C961-AE6B-06A5-C4EABCC7BF19}"/>
              </a:ext>
            </a:extLst>
          </p:cNvPr>
          <p:cNvSpPr txBox="1"/>
          <p:nvPr/>
        </p:nvSpPr>
        <p:spPr>
          <a:xfrm>
            <a:off x="53340" y="412512"/>
            <a:ext cx="6037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US" sz="1600" b="0" dirty="0"/>
              <a:t>Experiences</a:t>
            </a:r>
            <a:endParaRPr lang="en-IN" sz="1600" b="0" dirty="0"/>
          </a:p>
          <a:p>
            <a:r>
              <a:rPr lang="en-IN" sz="1600" dirty="0"/>
              <a:t>Purpose: </a:t>
            </a:r>
            <a:r>
              <a:rPr lang="en-US" sz="1600" b="0" dirty="0"/>
              <a:t>Stores work experience entries for resumes/portfolios.</a:t>
            </a:r>
            <a:endParaRPr lang="en-IN" sz="1600" b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185EF0-195B-4B8B-99D5-CF6896353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966049"/>
              </p:ext>
            </p:extLst>
          </p:nvPr>
        </p:nvGraphicFramePr>
        <p:xfrm>
          <a:off x="378135" y="1326912"/>
          <a:ext cx="8284604" cy="3616352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2071151">
                  <a:extLst>
                    <a:ext uri="{9D8B030D-6E8A-4147-A177-3AD203B41FA5}">
                      <a16:colId xmlns:a16="http://schemas.microsoft.com/office/drawing/2014/main" val="2817170066"/>
                    </a:ext>
                  </a:extLst>
                </a:gridCol>
                <a:gridCol w="1442070">
                  <a:extLst>
                    <a:ext uri="{9D8B030D-6E8A-4147-A177-3AD203B41FA5}">
                      <a16:colId xmlns:a16="http://schemas.microsoft.com/office/drawing/2014/main" val="61152103"/>
                    </a:ext>
                  </a:extLst>
                </a:gridCol>
                <a:gridCol w="2213811">
                  <a:extLst>
                    <a:ext uri="{9D8B030D-6E8A-4147-A177-3AD203B41FA5}">
                      <a16:colId xmlns:a16="http://schemas.microsoft.com/office/drawing/2014/main" val="2099816661"/>
                    </a:ext>
                  </a:extLst>
                </a:gridCol>
                <a:gridCol w="2557572">
                  <a:extLst>
                    <a:ext uri="{9D8B030D-6E8A-4147-A177-3AD203B41FA5}">
                      <a16:colId xmlns:a16="http://schemas.microsoft.com/office/drawing/2014/main" val="1707367770"/>
                    </a:ext>
                  </a:extLst>
                </a:gridCol>
              </a:tblGrid>
              <a:tr h="45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822977"/>
                  </a:ext>
                </a:extLst>
              </a:tr>
              <a:tr h="45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the entry.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extLst>
                  <a:ext uri="{0D108BD9-81ED-4DB2-BD59-A6C34878D82A}">
                    <a16:rowId xmlns:a16="http://schemas.microsoft.com/office/drawing/2014/main" val="865033449"/>
                  </a:ext>
                </a:extLst>
              </a:tr>
              <a:tr h="45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PortfolioId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(Portfolios.Id)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Links experience to a portfolio.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extLst>
                  <a:ext uri="{0D108BD9-81ED-4DB2-BD59-A6C34878D82A}">
                    <a16:rowId xmlns:a16="http://schemas.microsoft.com/office/drawing/2014/main" val="2075222465"/>
                  </a:ext>
                </a:extLst>
              </a:tr>
              <a:tr h="45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CompanyName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NVARCHAR(150)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Name of the employer/company.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extLst>
                  <a:ext uri="{0D108BD9-81ED-4DB2-BD59-A6C34878D82A}">
                    <a16:rowId xmlns:a16="http://schemas.microsoft.com/office/drawing/2014/main" val="611679293"/>
                  </a:ext>
                </a:extLst>
              </a:tr>
              <a:tr h="45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Role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NVARCHAR(100)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Job title/position held.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extLst>
                  <a:ext uri="{0D108BD9-81ED-4DB2-BD59-A6C34878D82A}">
                    <a16:rowId xmlns:a16="http://schemas.microsoft.com/office/drawing/2014/main" val="4148333961"/>
                  </a:ext>
                </a:extLst>
              </a:tr>
              <a:tr h="45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StartDate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 the role began.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extLst>
                  <a:ext uri="{0D108BD9-81ED-4DB2-BD59-A6C34878D82A}">
                    <a16:rowId xmlns:a16="http://schemas.microsoft.com/office/drawing/2014/main" val="188599282"/>
                  </a:ext>
                </a:extLst>
              </a:tr>
              <a:tr h="45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EndDate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 the role ended (null if current).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extLst>
                  <a:ext uri="{0D108BD9-81ED-4DB2-BD59-A6C34878D82A}">
                    <a16:rowId xmlns:a16="http://schemas.microsoft.com/office/drawing/2014/main" val="1763508189"/>
                  </a:ext>
                </a:extLst>
              </a:tr>
              <a:tr h="45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NVARCHAR(MAX)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 of responsibilities.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2351" marR="42351" marT="0" marB="0" anchor="ctr"/>
                </a:tc>
                <a:extLst>
                  <a:ext uri="{0D108BD9-81ED-4DB2-BD59-A6C34878D82A}">
                    <a16:rowId xmlns:a16="http://schemas.microsoft.com/office/drawing/2014/main" val="2227433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613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4AA42A97-5FB0-A5A5-6779-FF52DCFB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34CC6D79-F3CD-EEAD-226B-22D18AC09AFF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025324-2598-4B01-757D-199DD041F189}"/>
              </a:ext>
            </a:extLst>
          </p:cNvPr>
          <p:cNvSpPr txBox="1"/>
          <p:nvPr/>
        </p:nvSpPr>
        <p:spPr>
          <a:xfrm>
            <a:off x="53340" y="412512"/>
            <a:ext cx="6046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US" sz="1600" b="0" dirty="0"/>
              <a:t>Projects</a:t>
            </a:r>
            <a:endParaRPr lang="en-IN" sz="1600" b="0" dirty="0"/>
          </a:p>
          <a:p>
            <a:r>
              <a:rPr lang="en-IN" sz="1600" dirty="0"/>
              <a:t>Purpose: </a:t>
            </a:r>
            <a:r>
              <a:rPr lang="en-US" sz="1600" b="0" dirty="0"/>
              <a:t>Stores project details to be showcased in the portfolio.</a:t>
            </a:r>
            <a:endParaRPr lang="en-IN" sz="1600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FAEB99-FE7D-1FE6-CD55-A1F1546EB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907311"/>
              </p:ext>
            </p:extLst>
          </p:nvPr>
        </p:nvGraphicFramePr>
        <p:xfrm>
          <a:off x="302508" y="1299836"/>
          <a:ext cx="8250224" cy="3431152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1100030">
                  <a:extLst>
                    <a:ext uri="{9D8B030D-6E8A-4147-A177-3AD203B41FA5}">
                      <a16:colId xmlns:a16="http://schemas.microsoft.com/office/drawing/2014/main" val="2785604498"/>
                    </a:ext>
                  </a:extLst>
                </a:gridCol>
                <a:gridCol w="1670671">
                  <a:extLst>
                    <a:ext uri="{9D8B030D-6E8A-4147-A177-3AD203B41FA5}">
                      <a16:colId xmlns:a16="http://schemas.microsoft.com/office/drawing/2014/main" val="1385291622"/>
                    </a:ext>
                  </a:extLst>
                </a:gridCol>
                <a:gridCol w="2585071">
                  <a:extLst>
                    <a:ext uri="{9D8B030D-6E8A-4147-A177-3AD203B41FA5}">
                      <a16:colId xmlns:a16="http://schemas.microsoft.com/office/drawing/2014/main" val="2884538886"/>
                    </a:ext>
                  </a:extLst>
                </a:gridCol>
                <a:gridCol w="2894452">
                  <a:extLst>
                    <a:ext uri="{9D8B030D-6E8A-4147-A177-3AD203B41FA5}">
                      <a16:colId xmlns:a16="http://schemas.microsoft.com/office/drawing/2014/main" val="2399082438"/>
                    </a:ext>
                  </a:extLst>
                </a:gridCol>
              </a:tblGrid>
              <a:tr h="42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200" b="1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200" b="1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200" b="1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388960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the project.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extLst>
                  <a:ext uri="{0D108BD9-81ED-4DB2-BD59-A6C34878D82A}">
                    <a16:rowId xmlns:a16="http://schemas.microsoft.com/office/drawing/2014/main" val="2412136854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PortfolioId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(Portfolios.Id)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Links project to a portfolio.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extLst>
                  <a:ext uri="{0D108BD9-81ED-4DB2-BD59-A6C34878D82A}">
                    <a16:rowId xmlns:a16="http://schemas.microsoft.com/office/drawing/2014/main" val="3716478835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ProjectTitle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NVARCHAR(150)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Name of the project.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extLst>
                  <a:ext uri="{0D108BD9-81ED-4DB2-BD59-A6C34878D82A}">
                    <a16:rowId xmlns:a16="http://schemas.microsoft.com/office/drawing/2014/main" val="2724811413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NVARCHAR(MAX)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Overview of the project work.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extLst>
                  <a:ext uri="{0D108BD9-81ED-4DB2-BD59-A6C34878D82A}">
                    <a16:rowId xmlns:a16="http://schemas.microsoft.com/office/drawing/2014/main" val="1193314471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TechStack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Technologies used (e.g., React, SQL).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extLst>
                  <a:ext uri="{0D108BD9-81ED-4DB2-BD59-A6C34878D82A}">
                    <a16:rowId xmlns:a16="http://schemas.microsoft.com/office/drawing/2014/main" val="2599083825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GitHubLink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URL to the source code repository.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extLst>
                  <a:ext uri="{0D108BD9-81ED-4DB2-BD59-A6C34878D82A}">
                    <a16:rowId xmlns:a16="http://schemas.microsoft.com/office/drawing/2014/main" val="2067105977"/>
                  </a:ext>
                </a:extLst>
              </a:tr>
              <a:tr h="42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LiveLink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URL to the hosted project demo.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34939" marR="34939" marT="0" marB="0" anchor="ctr"/>
                </a:tc>
                <a:extLst>
                  <a:ext uri="{0D108BD9-81ED-4DB2-BD59-A6C34878D82A}">
                    <a16:rowId xmlns:a16="http://schemas.microsoft.com/office/drawing/2014/main" val="4162152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325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394BC979-7871-FE33-E01E-50C83BAD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6992053-114D-1DAE-5416-366D10656C0D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6DFD91-6A6D-95DD-DE61-C7CCEBDEC98E}"/>
              </a:ext>
            </a:extLst>
          </p:cNvPr>
          <p:cNvSpPr txBox="1"/>
          <p:nvPr/>
        </p:nvSpPr>
        <p:spPr>
          <a:xfrm>
            <a:off x="53340" y="412512"/>
            <a:ext cx="62504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US" sz="1600" b="0" dirty="0"/>
              <a:t>Skills</a:t>
            </a:r>
            <a:endParaRPr lang="en-IN" sz="1600" b="0" dirty="0"/>
          </a:p>
          <a:p>
            <a:r>
              <a:rPr lang="en-IN" sz="1600" dirty="0"/>
              <a:t>Purpose: </a:t>
            </a:r>
            <a:r>
              <a:rPr lang="en-US" sz="1600" b="0" dirty="0"/>
              <a:t>Stores technical or soft skills and their proficiency levels.</a:t>
            </a:r>
            <a:endParaRPr lang="en-IN" sz="1600" b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4FED21-8B71-37C0-09A1-1F04528D4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243066"/>
              </p:ext>
            </p:extLst>
          </p:nvPr>
        </p:nvGraphicFramePr>
        <p:xfrm>
          <a:off x="453763" y="1314688"/>
          <a:ext cx="6957690" cy="3416300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1010652">
                  <a:extLst>
                    <a:ext uri="{9D8B030D-6E8A-4147-A177-3AD203B41FA5}">
                      <a16:colId xmlns:a16="http://schemas.microsoft.com/office/drawing/2014/main" val="3019946684"/>
                    </a:ext>
                  </a:extLst>
                </a:gridCol>
                <a:gridCol w="1168782">
                  <a:extLst>
                    <a:ext uri="{9D8B030D-6E8A-4147-A177-3AD203B41FA5}">
                      <a16:colId xmlns:a16="http://schemas.microsoft.com/office/drawing/2014/main" val="1641935926"/>
                    </a:ext>
                  </a:extLst>
                </a:gridCol>
                <a:gridCol w="2193185">
                  <a:extLst>
                    <a:ext uri="{9D8B030D-6E8A-4147-A177-3AD203B41FA5}">
                      <a16:colId xmlns:a16="http://schemas.microsoft.com/office/drawing/2014/main" val="1339453984"/>
                    </a:ext>
                  </a:extLst>
                </a:gridCol>
                <a:gridCol w="2585071">
                  <a:extLst>
                    <a:ext uri="{9D8B030D-6E8A-4147-A177-3AD203B41FA5}">
                      <a16:colId xmlns:a16="http://schemas.microsoft.com/office/drawing/2014/main" val="1304825885"/>
                    </a:ext>
                  </a:extLst>
                </a:gridCol>
              </a:tblGrid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0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0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0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0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190901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the entry.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extLst>
                  <a:ext uri="{0D108BD9-81ED-4DB2-BD59-A6C34878D82A}">
                    <a16:rowId xmlns:a16="http://schemas.microsoft.com/office/drawing/2014/main" val="1549687483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PortfolioId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(Portfolios.Id)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Links skill to a portfolio.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extLst>
                  <a:ext uri="{0D108BD9-81ED-4DB2-BD59-A6C34878D82A}">
                    <a16:rowId xmlns:a16="http://schemas.microsoft.com/office/drawing/2014/main" val="1013909024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SkillName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NVARCHAR(100)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Name of the skill (e.g., Java).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extLst>
                  <a:ext uri="{0D108BD9-81ED-4DB2-BD59-A6C34878D82A}">
                    <a16:rowId xmlns:a16="http://schemas.microsoft.com/office/drawing/2014/main" val="2473320868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SkillLevel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NVARCHAR(50)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Level (e.g., Beginner, Advanced).</a:t>
                      </a:r>
                      <a:endParaRPr lang="en-IN" sz="10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extLst>
                  <a:ext uri="{0D108BD9-81ED-4DB2-BD59-A6C34878D82A}">
                    <a16:rowId xmlns:a16="http://schemas.microsoft.com/office/drawing/2014/main" val="2179594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198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15B925CB-0A4F-8F8C-80F0-4B252149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F1470027-23D4-2C55-30EB-7C4CD5D1A003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36504B-7C6E-F230-BF22-54230F5A21DB}"/>
              </a:ext>
            </a:extLst>
          </p:cNvPr>
          <p:cNvSpPr txBox="1"/>
          <p:nvPr/>
        </p:nvSpPr>
        <p:spPr>
          <a:xfrm>
            <a:off x="53340" y="412512"/>
            <a:ext cx="49744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US" sz="1600" b="0" dirty="0" err="1"/>
              <a:t>SocialLinks</a:t>
            </a:r>
            <a:endParaRPr lang="en-IN" sz="1600" b="0" dirty="0"/>
          </a:p>
          <a:p>
            <a:r>
              <a:rPr lang="en-IN" sz="1600" dirty="0"/>
              <a:t>Purpose: </a:t>
            </a:r>
            <a:r>
              <a:rPr lang="en-US" sz="1600" b="0" dirty="0"/>
              <a:t>Stores social media URLs for the portfolio.</a:t>
            </a:r>
            <a:endParaRPr lang="en-IN" sz="1600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6DAC53-4128-AFB9-7E39-D4E3F724B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778102"/>
              </p:ext>
            </p:extLst>
          </p:nvPr>
        </p:nvGraphicFramePr>
        <p:xfrm>
          <a:off x="543139" y="1441470"/>
          <a:ext cx="7239575" cy="3416300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1010653">
                  <a:extLst>
                    <a:ext uri="{9D8B030D-6E8A-4147-A177-3AD203B41FA5}">
                      <a16:colId xmlns:a16="http://schemas.microsoft.com/office/drawing/2014/main" val="1136986709"/>
                    </a:ext>
                  </a:extLst>
                </a:gridCol>
                <a:gridCol w="1196283">
                  <a:extLst>
                    <a:ext uri="{9D8B030D-6E8A-4147-A177-3AD203B41FA5}">
                      <a16:colId xmlns:a16="http://schemas.microsoft.com/office/drawing/2014/main" val="1598329851"/>
                    </a:ext>
                  </a:extLst>
                </a:gridCol>
                <a:gridCol w="2406316">
                  <a:extLst>
                    <a:ext uri="{9D8B030D-6E8A-4147-A177-3AD203B41FA5}">
                      <a16:colId xmlns:a16="http://schemas.microsoft.com/office/drawing/2014/main" val="3864109984"/>
                    </a:ext>
                  </a:extLst>
                </a:gridCol>
                <a:gridCol w="2626323">
                  <a:extLst>
                    <a:ext uri="{9D8B030D-6E8A-4147-A177-3AD203B41FA5}">
                      <a16:colId xmlns:a16="http://schemas.microsoft.com/office/drawing/2014/main" val="3379325981"/>
                    </a:ext>
                  </a:extLst>
                </a:gridCol>
              </a:tblGrid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000" b="1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0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0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0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062509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the link.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extLst>
                  <a:ext uri="{0D108BD9-81ED-4DB2-BD59-A6C34878D82A}">
                    <a16:rowId xmlns:a16="http://schemas.microsoft.com/office/drawing/2014/main" val="539738004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PortfolioId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(Portfolios.Id)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Links social link to a portfolio.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extLst>
                  <a:ext uri="{0D108BD9-81ED-4DB2-BD59-A6C34878D82A}">
                    <a16:rowId xmlns:a16="http://schemas.microsoft.com/office/drawing/2014/main" val="527155194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Platform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NVARCHAR(50)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e.g. LinkedIn, Twitter, GitHub.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extLst>
                  <a:ext uri="{0D108BD9-81ED-4DB2-BD59-A6C34878D82A}">
                    <a16:rowId xmlns:a16="http://schemas.microsoft.com/office/drawing/2014/main" val="787581710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Url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NVARCHAR(255)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0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Link to the user's profile.</a:t>
                      </a:r>
                      <a:endParaRPr lang="en-IN" sz="10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3526" marR="63526" marT="0" marB="0" anchor="ctr"/>
                </a:tc>
                <a:extLst>
                  <a:ext uri="{0D108BD9-81ED-4DB2-BD59-A6C34878D82A}">
                    <a16:rowId xmlns:a16="http://schemas.microsoft.com/office/drawing/2014/main" val="2145923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409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A10D988E-6713-6BA0-78EE-E577380BB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F143C864-5FE4-DF64-2DBC-F0862E7561FE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51DC9A-7E6D-96EE-4B25-09375525A711}"/>
              </a:ext>
            </a:extLst>
          </p:cNvPr>
          <p:cNvSpPr txBox="1"/>
          <p:nvPr/>
        </p:nvSpPr>
        <p:spPr>
          <a:xfrm>
            <a:off x="53340" y="491550"/>
            <a:ext cx="61205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US" sz="1600" b="0" dirty="0"/>
              <a:t>Feedback</a:t>
            </a:r>
            <a:endParaRPr lang="en-IN" sz="1600" b="0" dirty="0"/>
          </a:p>
          <a:p>
            <a:r>
              <a:rPr lang="en-IN" sz="1600" dirty="0"/>
              <a:t>Purpose: </a:t>
            </a:r>
            <a:r>
              <a:rPr lang="en-US" sz="1600" b="0" dirty="0"/>
              <a:t>Stores user ratings and feedback for the platform itself.</a:t>
            </a:r>
            <a:endParaRPr lang="en-IN" sz="1600" b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E7DB1F-923A-F89C-D6BF-4C3944040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131294"/>
              </p:ext>
            </p:extLst>
          </p:nvPr>
        </p:nvGraphicFramePr>
        <p:xfrm>
          <a:off x="660018" y="1290726"/>
          <a:ext cx="7163944" cy="3416301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928150">
                  <a:extLst>
                    <a:ext uri="{9D8B030D-6E8A-4147-A177-3AD203B41FA5}">
                      <a16:colId xmlns:a16="http://schemas.microsoft.com/office/drawing/2014/main" val="1752619085"/>
                    </a:ext>
                  </a:extLst>
                </a:gridCol>
                <a:gridCol w="1409414">
                  <a:extLst>
                    <a:ext uri="{9D8B030D-6E8A-4147-A177-3AD203B41FA5}">
                      <a16:colId xmlns:a16="http://schemas.microsoft.com/office/drawing/2014/main" val="1537799421"/>
                    </a:ext>
                  </a:extLst>
                </a:gridCol>
                <a:gridCol w="2316938">
                  <a:extLst>
                    <a:ext uri="{9D8B030D-6E8A-4147-A177-3AD203B41FA5}">
                      <a16:colId xmlns:a16="http://schemas.microsoft.com/office/drawing/2014/main" val="3811769020"/>
                    </a:ext>
                  </a:extLst>
                </a:gridCol>
                <a:gridCol w="2509442">
                  <a:extLst>
                    <a:ext uri="{9D8B030D-6E8A-4147-A177-3AD203B41FA5}">
                      <a16:colId xmlns:a16="http://schemas.microsoft.com/office/drawing/2014/main" val="88124682"/>
                    </a:ext>
                  </a:extLst>
                </a:gridCol>
              </a:tblGrid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200" b="1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200" b="1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48467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the feedback.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extLst>
                  <a:ext uri="{0D108BD9-81ED-4DB2-BD59-A6C34878D82A}">
                    <a16:rowId xmlns:a16="http://schemas.microsoft.com/office/drawing/2014/main" val="2323183094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UserId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(Users.Id)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The user giving the feedback.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extLst>
                  <a:ext uri="{0D108BD9-81ED-4DB2-BD59-A6C34878D82A}">
                    <a16:rowId xmlns:a16="http://schemas.microsoft.com/office/drawing/2014/main" val="1442009821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PortfolioId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(Portfolios.Id)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Optional reference to a portfolio.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extLst>
                  <a:ext uri="{0D108BD9-81ED-4DB2-BD59-A6C34878D82A}">
                    <a16:rowId xmlns:a16="http://schemas.microsoft.com/office/drawing/2014/main" val="2573138063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Rating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CHECK (1-5)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Star rating given by the user.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extLst>
                  <a:ext uri="{0D108BD9-81ED-4DB2-BD59-A6C34878D82A}">
                    <a16:rowId xmlns:a16="http://schemas.microsoft.com/office/drawing/2014/main" val="2936397075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Message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NVARCHAR(MAX)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Review comment or message.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extLst>
                  <a:ext uri="{0D108BD9-81ED-4DB2-BD59-A6C34878D82A}">
                    <a16:rowId xmlns:a16="http://schemas.microsoft.com/office/drawing/2014/main" val="4136213576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CreatedAt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DATETIME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DEFAULT(GETDATE())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Date the feedback was submitted.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55903" marR="55903" marT="0" marB="0" anchor="ctr"/>
                </a:tc>
                <a:extLst>
                  <a:ext uri="{0D108BD9-81ED-4DB2-BD59-A6C34878D82A}">
                    <a16:rowId xmlns:a16="http://schemas.microsoft.com/office/drawing/2014/main" val="211105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603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CE518C17-4329-FD79-97CE-A11CE208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3F6AA62F-9558-76A6-3C4C-0915B45F2829}"/>
              </a:ext>
            </a:extLst>
          </p:cNvPr>
          <p:cNvSpPr txBox="1"/>
          <p:nvPr/>
        </p:nvSpPr>
        <p:spPr>
          <a:xfrm>
            <a:off x="53340" y="91440"/>
            <a:ext cx="245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>
                <a:solidFill>
                  <a:schemeClr val="accent3">
                    <a:lumMod val="95000"/>
                  </a:schemeClr>
                </a:solidFill>
                <a:latin typeface="+mj-lt"/>
              </a:rPr>
              <a:t>16 </a:t>
            </a:r>
            <a:r>
              <a:rPr lang="en-IN" sz="2000" dirty="0">
                <a:solidFill>
                  <a:schemeClr val="accent3">
                    <a:lumMod val="95000"/>
                  </a:schemeClr>
                </a:solidFill>
                <a:latin typeface="Qurova DEMO Med" pitchFamily="50" charset="0"/>
              </a:rPr>
              <a:t>Data Dictionary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64295C-1B13-AB17-EE08-C1ED97CD714C}"/>
              </a:ext>
            </a:extLst>
          </p:cNvPr>
          <p:cNvSpPr txBox="1"/>
          <p:nvPr/>
        </p:nvSpPr>
        <p:spPr>
          <a:xfrm>
            <a:off x="53340" y="491550"/>
            <a:ext cx="5963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solidFill>
                  <a:schemeClr val="accent3">
                    <a:lumMod val="9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600" dirty="0"/>
              <a:t>Table Name: </a:t>
            </a:r>
            <a:r>
              <a:rPr lang="en-US" sz="1600" b="0" dirty="0"/>
              <a:t>Education</a:t>
            </a:r>
            <a:endParaRPr lang="en-IN" sz="1600" b="0" dirty="0"/>
          </a:p>
          <a:p>
            <a:r>
              <a:rPr lang="en-IN" sz="1600" dirty="0"/>
              <a:t>Purpose: </a:t>
            </a:r>
            <a:r>
              <a:rPr lang="en-US" sz="1600" b="0" dirty="0"/>
              <a:t>Stores academic qualifications and education history.</a:t>
            </a:r>
            <a:endParaRPr lang="en-IN" sz="1600" b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54751E-1571-2FB9-E07F-92BC4447E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551018"/>
              </p:ext>
            </p:extLst>
          </p:nvPr>
        </p:nvGraphicFramePr>
        <p:xfrm>
          <a:off x="605017" y="1392535"/>
          <a:ext cx="7150197" cy="3416298"/>
        </p:xfrm>
        <a:graphic>
          <a:graphicData uri="http://schemas.openxmlformats.org/drawingml/2006/table">
            <a:tbl>
              <a:tblPr firstRow="1" firstCol="1" bandRow="1">
                <a:tableStyleId>{9F95112B-359D-4307-BB43-7D9A8EF1CCF3}</a:tableStyleId>
              </a:tblPr>
              <a:tblGrid>
                <a:gridCol w="1155031">
                  <a:extLst>
                    <a:ext uri="{9D8B030D-6E8A-4147-A177-3AD203B41FA5}">
                      <a16:colId xmlns:a16="http://schemas.microsoft.com/office/drawing/2014/main" val="2994800207"/>
                    </a:ext>
                  </a:extLst>
                </a:gridCol>
                <a:gridCol w="1485041">
                  <a:extLst>
                    <a:ext uri="{9D8B030D-6E8A-4147-A177-3AD203B41FA5}">
                      <a16:colId xmlns:a16="http://schemas.microsoft.com/office/drawing/2014/main" val="1299108843"/>
                    </a:ext>
                  </a:extLst>
                </a:gridCol>
                <a:gridCol w="2110682">
                  <a:extLst>
                    <a:ext uri="{9D8B030D-6E8A-4147-A177-3AD203B41FA5}">
                      <a16:colId xmlns:a16="http://schemas.microsoft.com/office/drawing/2014/main" val="1149411587"/>
                    </a:ext>
                  </a:extLst>
                </a:gridCol>
                <a:gridCol w="2399443">
                  <a:extLst>
                    <a:ext uri="{9D8B030D-6E8A-4147-A177-3AD203B41FA5}">
                      <a16:colId xmlns:a16="http://schemas.microsoft.com/office/drawing/2014/main" val="1418051661"/>
                    </a:ext>
                  </a:extLst>
                </a:gridCol>
              </a:tblGrid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Field Name</a:t>
                      </a:r>
                      <a:endParaRPr lang="en-IN" sz="1200" b="1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Data Type</a:t>
                      </a:r>
                      <a:endParaRPr lang="en-IN" sz="1200" b="1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Constraints</a:t>
                      </a:r>
                      <a:endParaRPr lang="en-IN" sz="1200" b="1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>
                    <a:solidFill>
                      <a:srgbClr val="0B0B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1200" b="1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>
                    <a:solidFill>
                      <a:srgbClr val="0B0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153334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PRIMARY KEY, IDENTITY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Unique identifier for the entry.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extLst>
                  <a:ext uri="{0D108BD9-81ED-4DB2-BD59-A6C34878D82A}">
                    <a16:rowId xmlns:a16="http://schemas.microsoft.com/office/drawing/2014/main" val="696328820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PortfolioId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FOREIGN KEY (Portfolios.Id)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Links education to a portfolio.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extLst>
                  <a:ext uri="{0D108BD9-81ED-4DB2-BD59-A6C34878D82A}">
                    <a16:rowId xmlns:a16="http://schemas.microsoft.com/office/drawing/2014/main" val="3630410462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Degree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NVARCHAR(150)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Name of the degree or course.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extLst>
                  <a:ext uri="{0D108BD9-81ED-4DB2-BD59-A6C34878D82A}">
                    <a16:rowId xmlns:a16="http://schemas.microsoft.com/office/drawing/2014/main" val="602564590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Institution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NVARCHAR(150)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Name of the school, college, or university.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extLst>
                  <a:ext uri="{0D108BD9-81ED-4DB2-BD59-A6C34878D82A}">
                    <a16:rowId xmlns:a16="http://schemas.microsoft.com/office/drawing/2014/main" val="2431384172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Year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NVARCHAR(50)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NULL</a:t>
                      </a:r>
                      <a:endParaRPr lang="en-IN" sz="1200" kern="10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solidFill>
                            <a:schemeClr val="accent3">
                              <a:lumMod val="85000"/>
                            </a:schemeClr>
                          </a:solidFill>
                          <a:effectLst/>
                        </a:rPr>
                        <a:t>Passing year or duration.</a:t>
                      </a:r>
                      <a:endParaRPr lang="en-IN" sz="1200" kern="100" dirty="0">
                        <a:solidFill>
                          <a:schemeClr val="accent3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41105" marR="41105" marT="0" marB="0" anchor="ctr"/>
                </a:tc>
                <a:extLst>
                  <a:ext uri="{0D108BD9-81ED-4DB2-BD59-A6C34878D82A}">
                    <a16:rowId xmlns:a16="http://schemas.microsoft.com/office/drawing/2014/main" val="655221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702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864CBDC7-6488-BAD6-5C8C-2A4F055E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4E63BA-FED4-1E2D-2A40-6F8D3986F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19389"/>
      </p:ext>
    </p:extLst>
  </p:cSld>
  <p:clrMapOvr>
    <a:masterClrMapping/>
  </p:clrMapOvr>
</p:sld>
</file>

<file path=ppt/theme/theme1.xml><?xml version="1.0" encoding="utf-8"?>
<a:theme xmlns:a="http://schemas.openxmlformats.org/drawingml/2006/main" name="Sales Funnel Growth by Slidesgo">
  <a:themeElements>
    <a:clrScheme name="Simple Light">
      <a:dk1>
        <a:srgbClr val="EFEFEF"/>
      </a:dk1>
      <a:lt1>
        <a:srgbClr val="01010B"/>
      </a:lt1>
      <a:dk2>
        <a:srgbClr val="999999"/>
      </a:dk2>
      <a:lt2>
        <a:srgbClr val="6950EC"/>
      </a:lt2>
      <a:accent1>
        <a:srgbClr val="A3055C"/>
      </a:accent1>
      <a:accent2>
        <a:srgbClr val="E00E3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1784</Words>
  <Application>Microsoft Office PowerPoint</Application>
  <PresentationFormat>On-screen Show (16:9)</PresentationFormat>
  <Paragraphs>511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Glitten</vt:lpstr>
      <vt:lpstr>Lora</vt:lpstr>
      <vt:lpstr>Darker Grotesque SemiBold</vt:lpstr>
      <vt:lpstr>Qurova DEMO Med</vt:lpstr>
      <vt:lpstr>Arial</vt:lpstr>
      <vt:lpstr>Inter Tight Light</vt:lpstr>
      <vt:lpstr>Inter Tight SemiBold</vt:lpstr>
      <vt:lpstr>Inter Tight</vt:lpstr>
      <vt:lpstr>Calibri Light</vt:lpstr>
      <vt:lpstr>Inter Tight Medium</vt:lpstr>
      <vt:lpstr>Wingdings</vt:lpstr>
      <vt:lpstr>Calibri</vt:lpstr>
      <vt:lpstr>Sales Funnel Growth by Slidesgo</vt:lpstr>
      <vt:lpstr>Portify</vt:lpstr>
      <vt:lpstr>PowerPoint Presentation</vt:lpstr>
      <vt:lpstr>PowerPoint Presentation</vt:lpstr>
      <vt:lpstr>PowerPoint Presentation</vt:lpstr>
      <vt:lpstr>PowerPoint Presentation</vt:lpstr>
      <vt:lpstr>Introduction</vt:lpstr>
      <vt:lpstr>Existing System</vt:lpstr>
      <vt:lpstr>Need for the New System</vt:lpstr>
      <vt:lpstr>Objective of the New System</vt:lpstr>
      <vt:lpstr>Problem Definition</vt:lpstr>
      <vt:lpstr>Scope of the Project &amp; Core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purvarajsinh vaghela</cp:lastModifiedBy>
  <cp:revision>21</cp:revision>
  <dcterms:modified xsi:type="dcterms:W3CDTF">2026-04-11T03:15:23Z</dcterms:modified>
</cp:coreProperties>
</file>